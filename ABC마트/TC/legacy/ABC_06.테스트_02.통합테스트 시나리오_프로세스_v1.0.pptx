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256" autoAdjust="0"/>
  </p:normalViewPr>
  <p:slideViewPr>
    <p:cSldViewPr snapToGrid="0" showGuides="1">
      <p:cViewPr varScale="1">
        <p:scale>
          <a:sx n="100" d="100"/>
          <a:sy n="100" d="100"/>
        </p:scale>
        <p:origin x="108" y="420"/>
      </p:cViewPr>
      <p:guideLst>
        <p:guide orient="horz" pos="2160"/>
        <p:guide pos="3840"/>
        <p:guide pos="758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E3024-2C00-4A1D-B11C-A33A21CDCEDF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C4641-8277-4180-BFFB-B8AA7BDF9B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5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12C6E-050D-42C4-B374-EA59184F5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F63556-19AB-40C2-82ED-C0BE5E943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74C09-BA29-4B00-8ED9-E4A848D3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55351-E06B-4D64-AF96-6054E27A720E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D2CD5-D813-4BFC-B186-3E20E110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960872-61FB-4BC7-AB59-32325A5E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8FE4-A5D5-45D2-9E54-3B09A528B0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4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EE35B-2E40-4AA7-AC51-E6C142FA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1"/>
            <a:ext cx="12077700" cy="486032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2D6CFE-B0D4-4C9C-8930-EBD05EEC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55351-E06B-4D64-AF96-6054E27A720E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1F317-4D64-4502-90AD-2390892C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6103FC-07E0-43CC-A463-6AD0B4D7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8FE4-A5D5-45D2-9E54-3B09A528B07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7C183BC-5017-436D-B33A-3CA09AFD67F7}"/>
              </a:ext>
            </a:extLst>
          </p:cNvPr>
          <p:cNvCxnSpPr>
            <a:cxnSpLocks/>
          </p:cNvCxnSpPr>
          <p:nvPr userDrawn="1"/>
        </p:nvCxnSpPr>
        <p:spPr>
          <a:xfrm>
            <a:off x="0" y="551935"/>
            <a:ext cx="12192000" cy="0"/>
          </a:xfrm>
          <a:prstGeom prst="line">
            <a:avLst/>
          </a:prstGeom>
          <a:ln w="6032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B9482D-4B41-4619-966E-282A5D47A5E7}"/>
              </a:ext>
            </a:extLst>
          </p:cNvPr>
          <p:cNvGrpSpPr/>
          <p:nvPr userDrawn="1"/>
        </p:nvGrpSpPr>
        <p:grpSpPr>
          <a:xfrm>
            <a:off x="7598159" y="733943"/>
            <a:ext cx="4441331" cy="294758"/>
            <a:chOff x="8610600" y="733941"/>
            <a:chExt cx="3428892" cy="227565"/>
          </a:xfrm>
        </p:grpSpPr>
        <p:sp>
          <p:nvSpPr>
            <p:cNvPr id="12" name="AutoShape 220" descr="Untitled-2">
              <a:extLst>
                <a:ext uri="{FF2B5EF4-FFF2-40B4-BE49-F238E27FC236}">
                  <a16:creationId xmlns:a16="http://schemas.microsoft.com/office/drawing/2014/main" id="{8EEE4BEF-DEFB-47D8-A46B-C66C5E19D6A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610600" y="733941"/>
              <a:ext cx="720000" cy="227565"/>
            </a:xfrm>
            <a:prstGeom prst="roundRect">
              <a:avLst>
                <a:gd name="adj" fmla="val 9704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en-US" altLang="ko-KR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FO/MO </a:t>
              </a:r>
              <a:r>
                <a:rPr lang="ko-KR" altLang="en-US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</a:t>
              </a:r>
              <a:endParaRPr lang="ko-KR" altLang="ko-KR" sz="1000" b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AutoShape 220" descr="Untitled-2">
              <a:extLst>
                <a:ext uri="{FF2B5EF4-FFF2-40B4-BE49-F238E27FC236}">
                  <a16:creationId xmlns:a16="http://schemas.microsoft.com/office/drawing/2014/main" id="{96F6F239-64DE-4281-89C2-BCAE4BE855F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514195" y="733941"/>
              <a:ext cx="720000" cy="22756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en-US" altLang="ko-KR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BO </a:t>
              </a:r>
              <a:r>
                <a:rPr lang="ko-KR" altLang="en-US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</a:t>
              </a:r>
              <a:endParaRPr lang="ko-KR" altLang="ko-KR" sz="1000" b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AutoShape 220" descr="Untitled-2">
              <a:extLst>
                <a:ext uri="{FF2B5EF4-FFF2-40B4-BE49-F238E27FC236}">
                  <a16:creationId xmlns:a16="http://schemas.microsoft.com/office/drawing/2014/main" id="{2B2D4AE5-61DC-4722-A401-82F552CD49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319492" y="733941"/>
              <a:ext cx="720000" cy="227565"/>
            </a:xfrm>
            <a:prstGeom prst="roundRect">
              <a:avLst>
                <a:gd name="adj" fmla="val 9704"/>
              </a:avLst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ko-KR" altLang="ko-KR" sz="1000" b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AutoShape 220" descr="Untitled-2">
              <a:extLst>
                <a:ext uri="{FF2B5EF4-FFF2-40B4-BE49-F238E27FC236}">
                  <a16:creationId xmlns:a16="http://schemas.microsoft.com/office/drawing/2014/main" id="{80AB2ED8-3354-4358-86A5-22D76753FD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417790" y="733941"/>
              <a:ext cx="720000" cy="227565"/>
            </a:xfrm>
            <a:prstGeom prst="roundRect">
              <a:avLst>
                <a:gd name="adj" fmla="val 9704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en-US" altLang="ko-KR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</a:rPr>
                <a:t>PO </a:t>
              </a:r>
              <a:r>
                <a:rPr lang="ko-KR" altLang="en-US" sz="1000" b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</a:rPr>
                <a:t>영역</a:t>
              </a:r>
              <a:endParaRPr lang="ko-KR" altLang="ko-KR" sz="1000" b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666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74" userDrawn="1">
          <p15:clr>
            <a:srgbClr val="FBAE40"/>
          </p15:clr>
        </p15:guide>
        <p15:guide id="4" orient="horz" pos="459" userDrawn="1">
          <p15:clr>
            <a:srgbClr val="FBAE40"/>
          </p15:clr>
        </p15:guide>
        <p15:guide id="5" pos="7582" userDrawn="1">
          <p15:clr>
            <a:srgbClr val="FBAE40"/>
          </p15:clr>
        </p15:guide>
        <p15:guide id="6" pos="9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21EEBF-BFF9-4574-B4FF-F70AF60E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CDA93E-D243-477D-BE0C-28179C64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93239-54F8-4CF2-97E8-0FD561958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55351-E06B-4D64-AF96-6054E27A720E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86B8F-6A58-4C32-9895-44E1D9363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F2521-035C-427C-8E9B-62777EA38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F8FE4-A5D5-45D2-9E54-3B09A528B0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87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20" descr="Untitled-2">
            <a:extLst>
              <a:ext uri="{FF2B5EF4-FFF2-40B4-BE49-F238E27FC236}">
                <a16:creationId xmlns:a16="http://schemas.microsoft.com/office/drawing/2014/main" id="{08BC6EA4-C6A8-4851-B87B-229E49D8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37" y="3062130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AutoShape 220" descr="Untitled-2">
            <a:extLst>
              <a:ext uri="{FF2B5EF4-FFF2-40B4-BE49-F238E27FC236}">
                <a16:creationId xmlns:a16="http://schemas.microsoft.com/office/drawing/2014/main" id="{D0F3AB3C-AB3B-4446-915E-6CE1E9BEA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181" y="3062130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등록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AutoShape 220" descr="Untitled-2">
            <a:extLst>
              <a:ext uri="{FF2B5EF4-FFF2-40B4-BE49-F238E27FC236}">
                <a16:creationId xmlns:a16="http://schemas.microsoft.com/office/drawing/2014/main" id="{7C7F245A-66EB-465F-AAE7-04D9146FC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37" y="3791924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C9B0807A-8BBA-4DEB-9A87-E89A5C82A6D8}"/>
              </a:ext>
            </a:extLst>
          </p:cNvPr>
          <p:cNvSpPr/>
          <p:nvPr/>
        </p:nvSpPr>
        <p:spPr bwMode="auto">
          <a:xfrm>
            <a:off x="5383618" y="1271267"/>
            <a:ext cx="320399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+mn-ea"/>
            </a:endParaRPr>
          </a:p>
        </p:txBody>
      </p:sp>
      <p:cxnSp>
        <p:nvCxnSpPr>
          <p:cNvPr id="14" name="직선 화살표 연결선 55">
            <a:extLst>
              <a:ext uri="{FF2B5EF4-FFF2-40B4-BE49-F238E27FC236}">
                <a16:creationId xmlns:a16="http://schemas.microsoft.com/office/drawing/2014/main" id="{CEFFBB6F-C47A-47EB-8E16-E6F2BE8E8286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rot="5400000">
            <a:off x="4246648" y="822369"/>
            <a:ext cx="527872" cy="2066468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56">
            <a:extLst>
              <a:ext uri="{FF2B5EF4-FFF2-40B4-BE49-F238E27FC236}">
                <a16:creationId xmlns:a16="http://schemas.microsoft.com/office/drawing/2014/main" id="{6A261608-0932-43E0-B87B-B45E53852EC6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 bwMode="auto">
          <a:xfrm rot="5400000">
            <a:off x="2680762" y="2265541"/>
            <a:ext cx="584803" cy="100837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직선 화살표 연결선 57">
            <a:extLst>
              <a:ext uri="{FF2B5EF4-FFF2-40B4-BE49-F238E27FC236}">
                <a16:creationId xmlns:a16="http://schemas.microsoft.com/office/drawing/2014/main" id="{BAD4434F-6AC3-4B9C-85FE-4635E4BA564C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 bwMode="auto">
          <a:xfrm rot="16200000" flipH="1">
            <a:off x="3683640" y="2271037"/>
            <a:ext cx="584803" cy="997382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4F5B2A5-FCAE-4F72-BE1D-F8A1F754D459}"/>
              </a:ext>
            </a:extLst>
          </p:cNvPr>
          <p:cNvCxnSpPr>
            <a:cxnSpLocks/>
          </p:cNvCxnSpPr>
          <p:nvPr/>
        </p:nvCxnSpPr>
        <p:spPr bwMode="auto">
          <a:xfrm>
            <a:off x="4474732" y="3419918"/>
            <a:ext cx="0" cy="372006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AutoShape 220" descr="Untitled-2">
            <a:extLst>
              <a:ext uri="{FF2B5EF4-FFF2-40B4-BE49-F238E27FC236}">
                <a16:creationId xmlns:a16="http://schemas.microsoft.com/office/drawing/2014/main" id="{9047F8AB-978E-4088-BEB7-BE8181D8C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181" y="3791924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입력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AutoShape 220" descr="Untitled-2">
            <a:extLst>
              <a:ext uri="{FF2B5EF4-FFF2-40B4-BE49-F238E27FC236}">
                <a16:creationId xmlns:a16="http://schemas.microsoft.com/office/drawing/2014/main" id="{706EB877-6F9B-4D55-9EB8-51E9E4819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360" y="5280783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3161A7D-D1A1-4099-BBC0-242CCD51D407}"/>
              </a:ext>
            </a:extLst>
          </p:cNvPr>
          <p:cNvCxnSpPr>
            <a:cxnSpLocks/>
            <a:endCxn id="18" idx="0"/>
          </p:cNvCxnSpPr>
          <p:nvPr/>
        </p:nvCxnSpPr>
        <p:spPr bwMode="auto">
          <a:xfrm>
            <a:off x="2468975" y="3247899"/>
            <a:ext cx="1" cy="54402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65">
            <a:extLst>
              <a:ext uri="{FF2B5EF4-FFF2-40B4-BE49-F238E27FC236}">
                <a16:creationId xmlns:a16="http://schemas.microsoft.com/office/drawing/2014/main" id="{B40EDCFC-EB12-46DB-A514-DC820099722A}"/>
              </a:ext>
            </a:extLst>
          </p:cNvPr>
          <p:cNvCxnSpPr>
            <a:cxnSpLocks/>
            <a:stCxn id="18" idx="2"/>
            <a:endCxn id="40" idx="1"/>
          </p:cNvCxnSpPr>
          <p:nvPr/>
        </p:nvCxnSpPr>
        <p:spPr bwMode="auto">
          <a:xfrm rot="16200000" flipH="1">
            <a:off x="2433973" y="4184714"/>
            <a:ext cx="1309966" cy="1239961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DB8F30D-83EA-4840-B636-7F2A3DADA8B8}"/>
              </a:ext>
            </a:extLst>
          </p:cNvPr>
          <p:cNvCxnSpPr>
            <a:cxnSpLocks/>
          </p:cNvCxnSpPr>
          <p:nvPr/>
        </p:nvCxnSpPr>
        <p:spPr bwMode="auto">
          <a:xfrm flipH="1">
            <a:off x="4469236" y="4149712"/>
            <a:ext cx="10992" cy="1131072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AutoShape 220" descr="Untitled-2">
            <a:extLst>
              <a:ext uri="{FF2B5EF4-FFF2-40B4-BE49-F238E27FC236}">
                <a16:creationId xmlns:a16="http://schemas.microsoft.com/office/drawing/2014/main" id="{2A2B262A-FC95-4DA8-9034-CD365DD33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555" y="2119539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표준 카테고리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AutoShape 220" descr="Untitled-2">
            <a:extLst>
              <a:ext uri="{FF2B5EF4-FFF2-40B4-BE49-F238E27FC236}">
                <a16:creationId xmlns:a16="http://schemas.microsoft.com/office/drawing/2014/main" id="{93834F72-38CE-4EBE-8D6F-6E4C4AC0C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34" y="2119539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전시 카테고리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AutoShape 220" descr="Untitled-2">
            <a:extLst>
              <a:ext uri="{FF2B5EF4-FFF2-40B4-BE49-F238E27FC236}">
                <a16:creationId xmlns:a16="http://schemas.microsoft.com/office/drawing/2014/main" id="{DDB1CE08-1636-49D8-80C0-EB88EE51E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110" y="3062130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AutoShape 220" descr="Untitled-2">
            <a:extLst>
              <a:ext uri="{FF2B5EF4-FFF2-40B4-BE49-F238E27FC236}">
                <a16:creationId xmlns:a16="http://schemas.microsoft.com/office/drawing/2014/main" id="{6795FC42-AA9A-413F-A608-5DCAFB318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360" y="3062130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AutoShape 220" descr="Untitled-2">
            <a:extLst>
              <a:ext uri="{FF2B5EF4-FFF2-40B4-BE49-F238E27FC236}">
                <a16:creationId xmlns:a16="http://schemas.microsoft.com/office/drawing/2014/main" id="{B6794608-380C-4381-86B3-30B5C4EA4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110" y="3791924"/>
            <a:ext cx="1531590" cy="35778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8" name="직선 화살표 연결선 56">
            <a:extLst>
              <a:ext uri="{FF2B5EF4-FFF2-40B4-BE49-F238E27FC236}">
                <a16:creationId xmlns:a16="http://schemas.microsoft.com/office/drawing/2014/main" id="{FA10F5C2-F3E8-4753-9E44-4E24F4588BFB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 bwMode="auto">
          <a:xfrm rot="5400000">
            <a:off x="6839941" y="2265541"/>
            <a:ext cx="584803" cy="100837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57">
            <a:extLst>
              <a:ext uri="{FF2B5EF4-FFF2-40B4-BE49-F238E27FC236}">
                <a16:creationId xmlns:a16="http://schemas.microsoft.com/office/drawing/2014/main" id="{D2345FF6-B8A0-4BC8-B54A-8EF0A64775EE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 bwMode="auto">
          <a:xfrm rot="16200000" flipH="1">
            <a:off x="7848316" y="2265540"/>
            <a:ext cx="584803" cy="100837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DDA8334-68FE-4B04-A50B-1596FC4AE7B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 bwMode="auto">
          <a:xfrm>
            <a:off x="8644905" y="3419918"/>
            <a:ext cx="0" cy="372006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직선 화살표 연결선 87">
            <a:extLst>
              <a:ext uri="{FF2B5EF4-FFF2-40B4-BE49-F238E27FC236}">
                <a16:creationId xmlns:a16="http://schemas.microsoft.com/office/drawing/2014/main" id="{C63131DE-04C0-4415-A698-5ACED3281F0F}"/>
              </a:ext>
            </a:extLst>
          </p:cNvPr>
          <p:cNvCxnSpPr>
            <a:cxnSpLocks/>
            <a:stCxn id="13" idx="4"/>
            <a:endCxn id="24" idx="0"/>
          </p:cNvCxnSpPr>
          <p:nvPr/>
        </p:nvCxnSpPr>
        <p:spPr bwMode="auto">
          <a:xfrm rot="16200000" flipH="1">
            <a:off x="6326237" y="809247"/>
            <a:ext cx="527872" cy="2092711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AutoShape 220" descr="Untitled-2">
            <a:extLst>
              <a:ext uri="{FF2B5EF4-FFF2-40B4-BE49-F238E27FC236}">
                <a16:creationId xmlns:a16="http://schemas.microsoft.com/office/drawing/2014/main" id="{42DEA7A2-A3B0-4BD8-AA00-C067B195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360" y="3780272"/>
            <a:ext cx="1531590" cy="38109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입력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AutoShape 220" descr="Untitled-2">
            <a:extLst>
              <a:ext uri="{FF2B5EF4-FFF2-40B4-BE49-F238E27FC236}">
                <a16:creationId xmlns:a16="http://schemas.microsoft.com/office/drawing/2014/main" id="{02A2FA01-26E0-48A4-8569-05165BC40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360" y="4533370"/>
            <a:ext cx="1531590" cy="38109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전시 템플릿 선택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D566CB3-B338-4683-9163-F71175A25B16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 bwMode="auto">
          <a:xfrm>
            <a:off x="6628155" y="3419918"/>
            <a:ext cx="0" cy="360354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3E99575-10A2-46BC-80C7-7DC3559AFFDE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 bwMode="auto">
          <a:xfrm>
            <a:off x="6628155" y="4161364"/>
            <a:ext cx="0" cy="372006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연결선: 꺾임 139">
            <a:extLst>
              <a:ext uri="{FF2B5EF4-FFF2-40B4-BE49-F238E27FC236}">
                <a16:creationId xmlns:a16="http://schemas.microsoft.com/office/drawing/2014/main" id="{CC612A20-7888-465F-AD6B-8E18AA215AE9}"/>
              </a:ext>
            </a:extLst>
          </p:cNvPr>
          <p:cNvCxnSpPr>
            <a:cxnSpLocks/>
            <a:stCxn id="19" idx="2"/>
            <a:endCxn id="42" idx="0"/>
          </p:cNvCxnSpPr>
          <p:nvPr/>
        </p:nvCxnSpPr>
        <p:spPr bwMode="auto">
          <a:xfrm>
            <a:off x="6628155" y="5638571"/>
            <a:ext cx="1" cy="34823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A8C7BE5-FBEC-46A9-9E29-FED211BDED7C}"/>
              </a:ext>
            </a:extLst>
          </p:cNvPr>
          <p:cNvGrpSpPr/>
          <p:nvPr/>
        </p:nvGrpSpPr>
        <p:grpSpPr>
          <a:xfrm>
            <a:off x="6467955" y="5986808"/>
            <a:ext cx="320401" cy="321917"/>
            <a:chOff x="3660735" y="3539362"/>
            <a:chExt cx="251069" cy="243280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B6F5134F-D181-40FE-8666-231EDB4D0B81}"/>
                </a:ext>
              </a:extLst>
            </p:cNvPr>
            <p:cNvSpPr/>
            <p:nvPr/>
          </p:nvSpPr>
          <p:spPr bwMode="auto">
            <a:xfrm>
              <a:off x="3660735" y="3539362"/>
              <a:ext cx="251069" cy="243280"/>
            </a:xfrm>
            <a:prstGeom prst="flowChartConnector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</a:endParaRP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48EE35CB-A73D-4018-B043-6FA21E3EE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901" y="3590852"/>
              <a:ext cx="138229" cy="133181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</a:endParaRPr>
            </a:p>
          </p:txBody>
        </p: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44937E8-EF9E-4615-A5D7-162BE55D35B0}"/>
              </a:ext>
            </a:extLst>
          </p:cNvPr>
          <p:cNvCxnSpPr>
            <a:cxnSpLocks/>
            <a:stCxn id="33" idx="2"/>
            <a:endCxn id="19" idx="0"/>
          </p:cNvCxnSpPr>
          <p:nvPr/>
        </p:nvCxnSpPr>
        <p:spPr bwMode="auto">
          <a:xfrm>
            <a:off x="6628155" y="4914462"/>
            <a:ext cx="0" cy="366321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직선 화살표 연결선 66">
            <a:extLst>
              <a:ext uri="{FF2B5EF4-FFF2-40B4-BE49-F238E27FC236}">
                <a16:creationId xmlns:a16="http://schemas.microsoft.com/office/drawing/2014/main" id="{33B9901E-307D-4D5B-B47D-772121BACA57}"/>
              </a:ext>
            </a:extLst>
          </p:cNvPr>
          <p:cNvCxnSpPr>
            <a:cxnSpLocks/>
            <a:stCxn id="27" idx="2"/>
            <a:endCxn id="19" idx="3"/>
          </p:cNvCxnSpPr>
          <p:nvPr/>
        </p:nvCxnSpPr>
        <p:spPr bwMode="auto">
          <a:xfrm rot="5400000">
            <a:off x="7364446" y="4179217"/>
            <a:ext cx="1309965" cy="1250955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AutoShape 220" descr="Untitled-2">
            <a:extLst>
              <a:ext uri="{FF2B5EF4-FFF2-40B4-BE49-F238E27FC236}">
                <a16:creationId xmlns:a16="http://schemas.microsoft.com/office/drawing/2014/main" id="{686EE151-4FCC-4985-AF97-9B70A19FF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37" y="5280784"/>
            <a:ext cx="1531590" cy="357787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카테고리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1" name="직선 화살표 연결선 66">
            <a:extLst>
              <a:ext uri="{FF2B5EF4-FFF2-40B4-BE49-F238E27FC236}">
                <a16:creationId xmlns:a16="http://schemas.microsoft.com/office/drawing/2014/main" id="{E72B80B4-2E02-4DA9-9A00-68968B9127A9}"/>
              </a:ext>
            </a:extLst>
          </p:cNvPr>
          <p:cNvCxnSpPr>
            <a:cxnSpLocks/>
            <a:stCxn id="40" idx="2"/>
            <a:endCxn id="42" idx="2"/>
          </p:cNvCxnSpPr>
          <p:nvPr/>
        </p:nvCxnSpPr>
        <p:spPr bwMode="auto">
          <a:xfrm rot="16200000" flipH="1">
            <a:off x="5216745" y="4896557"/>
            <a:ext cx="509196" cy="1993223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제목 43">
            <a:extLst>
              <a:ext uri="{FF2B5EF4-FFF2-40B4-BE49-F238E27FC236}">
                <a16:creationId xmlns:a16="http://schemas.microsoft.com/office/drawing/2014/main" id="{1638DA1B-9B71-48F9-ACB0-56AAF85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카테고리 관리</a:t>
            </a:r>
          </a:p>
        </p:txBody>
      </p:sp>
    </p:spTree>
    <p:extLst>
      <p:ext uri="{BB962C8B-B14F-4D97-AF65-F5344CB8AC3E}">
        <p14:creationId xmlns:p14="http://schemas.microsoft.com/office/powerpoint/2010/main" val="152363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20" descr="Untitled-2">
            <a:extLst>
              <a:ext uri="{FF2B5EF4-FFF2-40B4-BE49-F238E27FC236}">
                <a16:creationId xmlns:a16="http://schemas.microsoft.com/office/drawing/2014/main" id="{3DB7AF40-8EA1-4FD5-AC42-8EDA4C0E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211" y="1674020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신규 브랜드 정보 송신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D32B90-F6CD-4D55-B4BE-A18DB0C9670E}"/>
              </a:ext>
            </a:extLst>
          </p:cNvPr>
          <p:cNvGrpSpPr/>
          <p:nvPr/>
        </p:nvGrpSpPr>
        <p:grpSpPr>
          <a:xfrm>
            <a:off x="4936455" y="5988325"/>
            <a:ext cx="320400" cy="320400"/>
            <a:chOff x="1783222" y="2934275"/>
            <a:chExt cx="207841" cy="232790"/>
          </a:xfrm>
        </p:grpSpPr>
        <p:sp>
          <p:nvSpPr>
            <p:cNvPr id="35" name="순서도: 연결자 34">
              <a:extLst>
                <a:ext uri="{FF2B5EF4-FFF2-40B4-BE49-F238E27FC236}">
                  <a16:creationId xmlns:a16="http://schemas.microsoft.com/office/drawing/2014/main" id="{C6F243FA-FCF3-4D0D-A78C-13D130D96550}"/>
                </a:ext>
              </a:extLst>
            </p:cNvPr>
            <p:cNvSpPr/>
            <p:nvPr/>
          </p:nvSpPr>
          <p:spPr bwMode="auto">
            <a:xfrm>
              <a:off x="1783222" y="2934275"/>
              <a:ext cx="207841" cy="232790"/>
            </a:xfrm>
            <a:prstGeom prst="flowChartConnector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  <a:ea typeface="+mn-ea"/>
              </a:endParaRPr>
            </a:p>
          </p:txBody>
        </p:sp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E9F3F615-9EF8-4045-BC10-F4D0D0A8A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922" y="2978741"/>
              <a:ext cx="128441" cy="143859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  <a:ea typeface="+mn-ea"/>
              </a:endParaRPr>
            </a:p>
          </p:txBody>
        </p:sp>
      </p:grpSp>
      <p:sp>
        <p:nvSpPr>
          <p:cNvPr id="8" name="AutoShape 220" descr="Untitled-2">
            <a:extLst>
              <a:ext uri="{FF2B5EF4-FFF2-40B4-BE49-F238E27FC236}">
                <a16:creationId xmlns:a16="http://schemas.microsoft.com/office/drawing/2014/main" id="{6E380481-C982-40B2-A661-D13BC469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211" y="5132563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브랜드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2B09E94-39DC-469B-82CF-73355061601D}"/>
              </a:ext>
            </a:extLst>
          </p:cNvPr>
          <p:cNvCxnSpPr>
            <a:cxnSpLocks/>
            <a:stCxn id="8" idx="2"/>
            <a:endCxn id="35" idx="0"/>
          </p:cNvCxnSpPr>
          <p:nvPr/>
        </p:nvCxnSpPr>
        <p:spPr bwMode="auto">
          <a:xfrm flipH="1">
            <a:off x="5096655" y="5433061"/>
            <a:ext cx="1" cy="55526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AutoShape 220" descr="Untitled-2">
            <a:extLst>
              <a:ext uri="{FF2B5EF4-FFF2-40B4-BE49-F238E27FC236}">
                <a16:creationId xmlns:a16="http://schemas.microsoft.com/office/drawing/2014/main" id="{3827BE3E-ECCC-4E8E-890F-378211D4B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211" y="3417083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온라인 코드 생성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AutoShape 220" descr="Untitled-2">
            <a:extLst>
              <a:ext uri="{FF2B5EF4-FFF2-40B4-BE49-F238E27FC236}">
                <a16:creationId xmlns:a16="http://schemas.microsoft.com/office/drawing/2014/main" id="{E46BE568-48DC-4DBB-A629-E3C346737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211" y="4304217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브랜드 추가정보 입력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AutoShape 220" descr="Untitled-2">
            <a:extLst>
              <a:ext uri="{FF2B5EF4-FFF2-40B4-BE49-F238E27FC236}">
                <a16:creationId xmlns:a16="http://schemas.microsoft.com/office/drawing/2014/main" id="{9CD2E7AB-9C85-444F-A613-5C6B6BF6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686" y="3419611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수정 브랜드 정보 송신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F85B77-EE44-4D50-AA65-2FA9C2BA00FB}"/>
              </a:ext>
            </a:extLst>
          </p:cNvPr>
          <p:cNvSpPr/>
          <p:nvPr/>
        </p:nvSpPr>
        <p:spPr>
          <a:xfrm>
            <a:off x="6979288" y="1596820"/>
            <a:ext cx="769699" cy="16848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+mn-ea"/>
                <a:ea typeface="+mn-ea"/>
              </a:rPr>
              <a:t>Batch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4" name="AutoShape 220" descr="Untitled-2">
            <a:extLst>
              <a:ext uri="{FF2B5EF4-FFF2-40B4-BE49-F238E27FC236}">
                <a16:creationId xmlns:a16="http://schemas.microsoft.com/office/drawing/2014/main" id="{CE47F78D-E878-442D-AE34-861773A6F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239" y="2532363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브랜드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AutoShape 220" descr="Untitled-2">
            <a:extLst>
              <a:ext uri="{FF2B5EF4-FFF2-40B4-BE49-F238E27FC236}">
                <a16:creationId xmlns:a16="http://schemas.microsoft.com/office/drawing/2014/main" id="{1E838A0F-7CBA-499B-BAEB-811EDA1BA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239" y="3417083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브랜드 추가정보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AutoShape 220" descr="Untitled-2">
            <a:extLst>
              <a:ext uri="{FF2B5EF4-FFF2-40B4-BE49-F238E27FC236}">
                <a16:creationId xmlns:a16="http://schemas.microsoft.com/office/drawing/2014/main" id="{D8A444A7-3297-4CBD-ADD8-6364DB202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211" y="2558740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신규 브랜드 정보 수신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AutoShape 220" descr="Untitled-2">
            <a:extLst>
              <a:ext uri="{FF2B5EF4-FFF2-40B4-BE49-F238E27FC236}">
                <a16:creationId xmlns:a16="http://schemas.microsoft.com/office/drawing/2014/main" id="{70054936-A6F1-441F-A32D-43C684144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684" y="4299258"/>
            <a:ext cx="1664889" cy="300498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브랜드 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13465D6-B66B-4616-B0EC-6BBD7947FBCE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 bwMode="auto">
          <a:xfrm>
            <a:off x="5096656" y="1974518"/>
            <a:ext cx="0" cy="584222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039EA83-730B-4BA0-BD1F-6CC7DA9FB154}"/>
              </a:ext>
            </a:extLst>
          </p:cNvPr>
          <p:cNvCxnSpPr>
            <a:cxnSpLocks/>
            <a:stCxn id="16" idx="2"/>
            <a:endCxn id="10" idx="0"/>
          </p:cNvCxnSpPr>
          <p:nvPr/>
        </p:nvCxnSpPr>
        <p:spPr bwMode="auto">
          <a:xfrm>
            <a:off x="5096656" y="2859238"/>
            <a:ext cx="0" cy="55784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2369FA2-038B-4673-B4E3-EA05B1AD500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>
            <a:off x="5096656" y="3717581"/>
            <a:ext cx="0" cy="586636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125CE8-BA93-4958-BB7A-CB70EFAAAA3A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 bwMode="auto">
          <a:xfrm>
            <a:off x="5096656" y="4604715"/>
            <a:ext cx="0" cy="527848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F835AF1-B42B-49F5-9748-5F2C1FC5954B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 bwMode="auto">
          <a:xfrm flipH="1">
            <a:off x="7221129" y="3720109"/>
            <a:ext cx="2" cy="579149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AF79C5C-DDD7-4534-B71B-03BC9D5AC30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 bwMode="auto">
          <a:xfrm>
            <a:off x="2973684" y="2832861"/>
            <a:ext cx="0" cy="584222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연결선: 꺾임 139">
            <a:extLst>
              <a:ext uri="{FF2B5EF4-FFF2-40B4-BE49-F238E27FC236}">
                <a16:creationId xmlns:a16="http://schemas.microsoft.com/office/drawing/2014/main" id="{1D97B36D-DE2C-4F0A-BD4C-E5DD2AE2112A}"/>
              </a:ext>
            </a:extLst>
          </p:cNvPr>
          <p:cNvCxnSpPr>
            <a:cxnSpLocks/>
            <a:stCxn id="31" idx="4"/>
            <a:endCxn id="14" idx="0"/>
          </p:cNvCxnSpPr>
          <p:nvPr/>
        </p:nvCxnSpPr>
        <p:spPr bwMode="auto">
          <a:xfrm>
            <a:off x="2973684" y="1939467"/>
            <a:ext cx="0" cy="592896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직선 화살표 연결선 173">
            <a:extLst>
              <a:ext uri="{FF2B5EF4-FFF2-40B4-BE49-F238E27FC236}">
                <a16:creationId xmlns:a16="http://schemas.microsoft.com/office/drawing/2014/main" id="{EC612CD2-90BC-4528-B82C-26F5731103E7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 bwMode="auto">
          <a:xfrm rot="5400000">
            <a:off x="5892490" y="3803923"/>
            <a:ext cx="532807" cy="2124473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직선 화살표 연결선 176">
            <a:extLst>
              <a:ext uri="{FF2B5EF4-FFF2-40B4-BE49-F238E27FC236}">
                <a16:creationId xmlns:a16="http://schemas.microsoft.com/office/drawing/2014/main" id="{F0A8388F-1D5F-4819-A855-9EFA4BC7A146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 bwMode="auto">
          <a:xfrm rot="16200000" flipH="1">
            <a:off x="3327679" y="3363586"/>
            <a:ext cx="1414982" cy="2122972"/>
          </a:xfrm>
          <a:prstGeom prst="bentConnector3">
            <a:avLst>
              <a:gd name="adj1" fmla="val 81773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9C95106-4B9F-424E-AD5B-A2588E9E8E5C}"/>
              </a:ext>
            </a:extLst>
          </p:cNvPr>
          <p:cNvGrpSpPr/>
          <p:nvPr/>
        </p:nvGrpSpPr>
        <p:grpSpPr>
          <a:xfrm>
            <a:off x="8667667" y="1642150"/>
            <a:ext cx="1383094" cy="400407"/>
            <a:chOff x="4715853" y="197904"/>
            <a:chExt cx="897202" cy="290920"/>
          </a:xfrm>
        </p:grpSpPr>
        <p:sp>
          <p:nvSpPr>
            <p:cNvPr id="33" name="순서도: 연결자 32">
              <a:extLst>
                <a:ext uri="{FF2B5EF4-FFF2-40B4-BE49-F238E27FC236}">
                  <a16:creationId xmlns:a16="http://schemas.microsoft.com/office/drawing/2014/main" id="{B81FCD6C-B88A-40ED-B517-747487BD2F99}"/>
                </a:ext>
              </a:extLst>
            </p:cNvPr>
            <p:cNvSpPr/>
            <p:nvPr/>
          </p:nvSpPr>
          <p:spPr bwMode="auto">
            <a:xfrm>
              <a:off x="4715853" y="197904"/>
              <a:ext cx="207841" cy="23279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Box 164">
              <a:extLst>
                <a:ext uri="{FF2B5EF4-FFF2-40B4-BE49-F238E27FC236}">
                  <a16:creationId xmlns:a16="http://schemas.microsoft.com/office/drawing/2014/main" id="{8608BBE2-B1DC-469B-A5AF-080CA8256020}"/>
                </a:ext>
              </a:extLst>
            </p:cNvPr>
            <p:cNvSpPr txBox="1"/>
            <p:nvPr/>
          </p:nvSpPr>
          <p:spPr>
            <a:xfrm>
              <a:off x="4959075" y="211822"/>
              <a:ext cx="653980" cy="277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>
                  <a:latin typeface="+mn-ea"/>
                  <a:ea typeface="+mn-ea"/>
                </a:rPr>
                <a:t>ERP</a:t>
              </a:r>
              <a:endParaRPr lang="ko-KR" altLang="en-US" sz="1200">
                <a:latin typeface="+mn-ea"/>
                <a:ea typeface="+mn-ea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13E478C-482F-4BAC-B7FC-9A7FC5ADFAC9}"/>
              </a:ext>
            </a:extLst>
          </p:cNvPr>
          <p:cNvGrpSpPr/>
          <p:nvPr/>
        </p:nvGrpSpPr>
        <p:grpSpPr>
          <a:xfrm>
            <a:off x="2813484" y="1619067"/>
            <a:ext cx="1239080" cy="400407"/>
            <a:chOff x="436080" y="0"/>
            <a:chExt cx="803781" cy="290920"/>
          </a:xfrm>
        </p:grpSpPr>
        <p:sp>
          <p:nvSpPr>
            <p:cNvPr id="31" name="순서도: 연결자 30">
              <a:extLst>
                <a:ext uri="{FF2B5EF4-FFF2-40B4-BE49-F238E27FC236}">
                  <a16:creationId xmlns:a16="http://schemas.microsoft.com/office/drawing/2014/main" id="{F3C80E95-36B5-480F-B5D9-C8069E64B20C}"/>
                </a:ext>
              </a:extLst>
            </p:cNvPr>
            <p:cNvSpPr/>
            <p:nvPr/>
          </p:nvSpPr>
          <p:spPr bwMode="auto">
            <a:xfrm>
              <a:off x="436080" y="0"/>
              <a:ext cx="207841" cy="23279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167">
              <a:extLst>
                <a:ext uri="{FF2B5EF4-FFF2-40B4-BE49-F238E27FC236}">
                  <a16:creationId xmlns:a16="http://schemas.microsoft.com/office/drawing/2014/main" id="{8484183F-ACA7-4B3C-AC0B-1C06A72E9D50}"/>
                </a:ext>
              </a:extLst>
            </p:cNvPr>
            <p:cNvSpPr txBox="1"/>
            <p:nvPr/>
          </p:nvSpPr>
          <p:spPr>
            <a:xfrm>
              <a:off x="650052" y="13918"/>
              <a:ext cx="589809" cy="277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>
                  <a:latin typeface="+mn-ea"/>
                  <a:ea typeface="+mn-ea"/>
                </a:rPr>
                <a:t>BO</a:t>
              </a:r>
              <a:endParaRPr lang="ko-KR" altLang="en-US" sz="1200">
                <a:latin typeface="+mn-ea"/>
                <a:ea typeface="+mn-ea"/>
              </a:endParaRPr>
            </a:p>
          </p:txBody>
        </p:sp>
      </p:grpSp>
      <p:cxnSp>
        <p:nvCxnSpPr>
          <p:cNvPr id="29" name="연결선: 꺾임 139">
            <a:extLst>
              <a:ext uri="{FF2B5EF4-FFF2-40B4-BE49-F238E27FC236}">
                <a16:creationId xmlns:a16="http://schemas.microsoft.com/office/drawing/2014/main" id="{A3ED4EE1-52CA-419E-B92F-1AC4C49E093C}"/>
              </a:ext>
            </a:extLst>
          </p:cNvPr>
          <p:cNvCxnSpPr>
            <a:cxnSpLocks/>
            <a:stCxn id="33" idx="2"/>
            <a:endCxn id="6" idx="3"/>
          </p:cNvCxnSpPr>
          <p:nvPr/>
        </p:nvCxnSpPr>
        <p:spPr bwMode="auto">
          <a:xfrm flipH="1">
            <a:off x="5929100" y="1802350"/>
            <a:ext cx="2738567" cy="21919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95EA1E2-EB92-4AB0-8E3E-128C1E73C7DE}"/>
              </a:ext>
            </a:extLst>
          </p:cNvPr>
          <p:cNvCxnSpPr>
            <a:cxnSpLocks/>
            <a:stCxn id="33" idx="2"/>
            <a:endCxn id="12" idx="3"/>
          </p:cNvCxnSpPr>
          <p:nvPr/>
        </p:nvCxnSpPr>
        <p:spPr bwMode="auto">
          <a:xfrm rot="10800000" flipV="1">
            <a:off x="8053575" y="1802350"/>
            <a:ext cx="614092" cy="1767510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제목 40">
            <a:extLst>
              <a:ext uri="{FF2B5EF4-FFF2-40B4-BE49-F238E27FC236}">
                <a16:creationId xmlns:a16="http://schemas.microsoft.com/office/drawing/2014/main" id="{8AA06CA7-E31D-4407-B810-88F3C7BC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브랜드관리</a:t>
            </a:r>
          </a:p>
        </p:txBody>
      </p:sp>
    </p:spTree>
    <p:extLst>
      <p:ext uri="{BB962C8B-B14F-4D97-AF65-F5344CB8AC3E}">
        <p14:creationId xmlns:p14="http://schemas.microsoft.com/office/powerpoint/2010/main" val="251058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2DB2A-260D-4A08-AE34-C4C6D189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상품관리</a:t>
            </a:r>
            <a:r>
              <a:rPr lang="en-US" altLang="ko-KR" dirty="0"/>
              <a:t>_</a:t>
            </a:r>
            <a:r>
              <a:rPr lang="ko-KR" altLang="en-US" dirty="0"/>
              <a:t>자사</a:t>
            </a:r>
          </a:p>
        </p:txBody>
      </p:sp>
      <p:sp>
        <p:nvSpPr>
          <p:cNvPr id="4" name="AutoShape 220" descr="Untitled-2">
            <a:extLst>
              <a:ext uri="{FF2B5EF4-FFF2-40B4-BE49-F238E27FC236}">
                <a16:creationId xmlns:a16="http://schemas.microsoft.com/office/drawing/2014/main" id="{58194BCA-EA83-4BD5-A7C1-067BF933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1937269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상품 정보 송신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3FE108-0E05-4775-B310-695AB228192A}"/>
              </a:ext>
            </a:extLst>
          </p:cNvPr>
          <p:cNvGrpSpPr/>
          <p:nvPr/>
        </p:nvGrpSpPr>
        <p:grpSpPr>
          <a:xfrm>
            <a:off x="2976571" y="5851940"/>
            <a:ext cx="348712" cy="320401"/>
            <a:chOff x="1783222" y="3546737"/>
            <a:chExt cx="245235" cy="274131"/>
          </a:xfrm>
        </p:grpSpPr>
        <p:sp>
          <p:nvSpPr>
            <p:cNvPr id="52" name="순서도: 연결자 51">
              <a:extLst>
                <a:ext uri="{FF2B5EF4-FFF2-40B4-BE49-F238E27FC236}">
                  <a16:creationId xmlns:a16="http://schemas.microsoft.com/office/drawing/2014/main" id="{30AF4600-8056-48A7-83F0-E4BC5BD40BFD}"/>
                </a:ext>
              </a:extLst>
            </p:cNvPr>
            <p:cNvSpPr/>
            <p:nvPr/>
          </p:nvSpPr>
          <p:spPr bwMode="auto">
            <a:xfrm>
              <a:off x="1783222" y="3546737"/>
              <a:ext cx="245235" cy="274131"/>
            </a:xfrm>
            <a:prstGeom prst="flowChartConnector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3" name="순서도: 연결자 52">
              <a:extLst>
                <a:ext uri="{FF2B5EF4-FFF2-40B4-BE49-F238E27FC236}">
                  <a16:creationId xmlns:a16="http://schemas.microsoft.com/office/drawing/2014/main" id="{18F8A6A3-6F08-4989-8757-5F1C6E5D2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769" y="3599099"/>
              <a:ext cx="150141" cy="169406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6" name="AutoShape 220" descr="Untitled-2">
            <a:extLst>
              <a:ext uri="{FF2B5EF4-FFF2-40B4-BE49-F238E27FC236}">
                <a16:creationId xmlns:a16="http://schemas.microsoft.com/office/drawing/2014/main" id="{6AC7E895-4157-4A51-95E8-F75EA7C3F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5203813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A1883EE-EFD0-4BC5-ACF9-7A9ABB3CD2CD}"/>
              </a:ext>
            </a:extLst>
          </p:cNvPr>
          <p:cNvCxnSpPr>
            <a:cxnSpLocks/>
            <a:stCxn id="6" idx="2"/>
            <a:endCxn id="52" idx="0"/>
          </p:cNvCxnSpPr>
          <p:nvPr/>
        </p:nvCxnSpPr>
        <p:spPr bwMode="auto">
          <a:xfrm flipH="1">
            <a:off x="3150927" y="5514319"/>
            <a:ext cx="1" cy="337621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AutoShape 220" descr="Untitled-2">
            <a:extLst>
              <a:ext uri="{FF2B5EF4-FFF2-40B4-BE49-F238E27FC236}">
                <a16:creationId xmlns:a16="http://schemas.microsoft.com/office/drawing/2014/main" id="{6063AC7F-1A14-4592-B188-71D8FB7DF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3169029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 상품코드 생성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AutoShape 220" descr="Untitled-2">
            <a:extLst>
              <a:ext uri="{FF2B5EF4-FFF2-40B4-BE49-F238E27FC236}">
                <a16:creationId xmlns:a16="http://schemas.microsoft.com/office/drawing/2014/main" id="{A0484829-7909-4D3D-B959-951CF4729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3797270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추가 입력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AutoShape 220" descr="Untitled-2">
            <a:extLst>
              <a:ext uri="{FF2B5EF4-FFF2-40B4-BE49-F238E27FC236}">
                <a16:creationId xmlns:a16="http://schemas.microsoft.com/office/drawing/2014/main" id="{8EF405F3-B6E8-415D-B645-8E1736C75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4534013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처리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AutoShape 220" descr="Untitled-2">
            <a:extLst>
              <a:ext uri="{FF2B5EF4-FFF2-40B4-BE49-F238E27FC236}">
                <a16:creationId xmlns:a16="http://schemas.microsoft.com/office/drawing/2014/main" id="{5B081870-3CDF-489B-B511-1F4C0D71F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756" y="5203813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r>
              <a:rPr lang="en-US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재고정보 송신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AutoShape 220" descr="Untitled-2">
            <a:extLst>
              <a:ext uri="{FF2B5EF4-FFF2-40B4-BE49-F238E27FC236}">
                <a16:creationId xmlns:a16="http://schemas.microsoft.com/office/drawing/2014/main" id="{2B8B5073-E28E-4A99-9AAD-33DB00D61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243" y="3171175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상품 정보 송신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A8B7DE1-763D-4880-9902-98BAC58BE6ED}"/>
              </a:ext>
            </a:extLst>
          </p:cNvPr>
          <p:cNvCxnSpPr>
            <a:cxnSpLocks/>
            <a:stCxn id="11" idx="1"/>
            <a:endCxn id="42" idx="3"/>
          </p:cNvCxnSpPr>
          <p:nvPr/>
        </p:nvCxnSpPr>
        <p:spPr bwMode="auto">
          <a:xfrm flipH="1">
            <a:off x="6224950" y="5359066"/>
            <a:ext cx="2272806" cy="0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418">
            <a:extLst>
              <a:ext uri="{FF2B5EF4-FFF2-40B4-BE49-F238E27FC236}">
                <a16:creationId xmlns:a16="http://schemas.microsoft.com/office/drawing/2014/main" id="{BE2439F4-22B2-46E3-B95D-03D3C9A7D7C2}"/>
              </a:ext>
            </a:extLst>
          </p:cNvPr>
          <p:cNvCxnSpPr>
            <a:cxnSpLocks/>
            <a:stCxn id="20" idx="1"/>
            <a:endCxn id="42" idx="3"/>
          </p:cNvCxnSpPr>
          <p:nvPr/>
        </p:nvCxnSpPr>
        <p:spPr bwMode="auto">
          <a:xfrm rot="10800000" flipV="1">
            <a:off x="6224950" y="4701824"/>
            <a:ext cx="2272806" cy="657241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9B9253E-EA4F-4F67-A094-B7129C692DCB}"/>
              </a:ext>
            </a:extLst>
          </p:cNvPr>
          <p:cNvCxnSpPr>
            <a:cxnSpLocks/>
            <a:stCxn id="48" idx="2"/>
            <a:endCxn id="11" idx="3"/>
          </p:cNvCxnSpPr>
          <p:nvPr/>
        </p:nvCxnSpPr>
        <p:spPr bwMode="auto">
          <a:xfrm flipH="1">
            <a:off x="10033463" y="5359066"/>
            <a:ext cx="415159" cy="0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D64C380-C19E-463A-AD3B-A22DEA248C41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 bwMode="auto">
          <a:xfrm>
            <a:off x="3150928" y="4844519"/>
            <a:ext cx="0" cy="35929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E8A9ED-CF17-441E-BA19-28B58E3F0270}"/>
              </a:ext>
            </a:extLst>
          </p:cNvPr>
          <p:cNvSpPr/>
          <p:nvPr/>
        </p:nvSpPr>
        <p:spPr>
          <a:xfrm>
            <a:off x="7415623" y="1899374"/>
            <a:ext cx="607015" cy="1223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>
                <a:latin typeface="+mj-ea"/>
                <a:ea typeface="+mj-ea"/>
              </a:rPr>
              <a:t>Batch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5C55D9-8B2C-445D-971C-6ED0642DFC28}"/>
              </a:ext>
            </a:extLst>
          </p:cNvPr>
          <p:cNvSpPr/>
          <p:nvPr/>
        </p:nvSpPr>
        <p:spPr>
          <a:xfrm>
            <a:off x="7700164" y="4534662"/>
            <a:ext cx="607015" cy="1223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>
                <a:latin typeface="+mj-ea"/>
                <a:ea typeface="+mj-ea"/>
              </a:rPr>
              <a:t>Batch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372822-9A4A-423B-B8E3-432FD721AF7C}"/>
              </a:ext>
            </a:extLst>
          </p:cNvPr>
          <p:cNvSpPr/>
          <p:nvPr/>
        </p:nvSpPr>
        <p:spPr>
          <a:xfrm>
            <a:off x="7631277" y="5207941"/>
            <a:ext cx="712916" cy="1187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+mj-ea"/>
                <a:ea typeface="+mj-ea"/>
              </a:rPr>
              <a:t>Real Time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20" name="AutoShape 220" descr="Untitled-2">
            <a:extLst>
              <a:ext uri="{FF2B5EF4-FFF2-40B4-BE49-F238E27FC236}">
                <a16:creationId xmlns:a16="http://schemas.microsoft.com/office/drawing/2014/main" id="{785F051F-A3AD-4322-A3D7-277F7DC0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756" y="4546572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en-US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AW/AS </a:t>
            </a: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재고정보 송신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5EBCDBF-007A-4588-BC43-C704D409A9CD}"/>
              </a:ext>
            </a:extLst>
          </p:cNvPr>
          <p:cNvCxnSpPr>
            <a:cxnSpLocks/>
            <a:stCxn id="50" idx="2"/>
            <a:endCxn id="20" idx="3"/>
          </p:cNvCxnSpPr>
          <p:nvPr/>
        </p:nvCxnSpPr>
        <p:spPr bwMode="auto">
          <a:xfrm flipH="1">
            <a:off x="10033463" y="4701825"/>
            <a:ext cx="405790" cy="0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9D005850-0383-44F9-A1DF-8140CBF37A36}"/>
              </a:ext>
            </a:extLst>
          </p:cNvPr>
          <p:cNvSpPr/>
          <p:nvPr/>
        </p:nvSpPr>
        <p:spPr bwMode="auto">
          <a:xfrm>
            <a:off x="10439253" y="4541625"/>
            <a:ext cx="348711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solidFill>
                <a:schemeClr val="bg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" name="TextBox 79">
            <a:extLst>
              <a:ext uri="{FF2B5EF4-FFF2-40B4-BE49-F238E27FC236}">
                <a16:creationId xmlns:a16="http://schemas.microsoft.com/office/drawing/2014/main" id="{948254E6-267B-41F3-9A96-4CBD8B7FD923}"/>
              </a:ext>
            </a:extLst>
          </p:cNvPr>
          <p:cNvSpPr txBox="1"/>
          <p:nvPr/>
        </p:nvSpPr>
        <p:spPr>
          <a:xfrm>
            <a:off x="10818757" y="4563326"/>
            <a:ext cx="730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WMS</a:t>
            </a:r>
            <a:endParaRPr lang="ko-KR" altLang="en-US" sz="1200" dirty="0"/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23F13CB7-8742-4B48-8558-55E5BC14195A}"/>
              </a:ext>
            </a:extLst>
          </p:cNvPr>
          <p:cNvSpPr/>
          <p:nvPr/>
        </p:nvSpPr>
        <p:spPr bwMode="auto">
          <a:xfrm>
            <a:off x="10448622" y="5198866"/>
            <a:ext cx="348712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solidFill>
                <a:schemeClr val="bg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9" name="TextBox 80">
            <a:extLst>
              <a:ext uri="{FF2B5EF4-FFF2-40B4-BE49-F238E27FC236}">
                <a16:creationId xmlns:a16="http://schemas.microsoft.com/office/drawing/2014/main" id="{C0BFD47D-8D15-4BF4-BEED-8A02073013DB}"/>
              </a:ext>
            </a:extLst>
          </p:cNvPr>
          <p:cNvSpPr txBox="1"/>
          <p:nvPr/>
        </p:nvSpPr>
        <p:spPr>
          <a:xfrm>
            <a:off x="10837866" y="5220567"/>
            <a:ext cx="929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IFMEMBER</a:t>
            </a:r>
            <a:endParaRPr lang="ko-KR" altLang="en-US" sz="1200" dirty="0"/>
          </a:p>
        </p:txBody>
      </p:sp>
      <p:sp>
        <p:nvSpPr>
          <p:cNvPr id="24" name="AutoShape 220" descr="Untitled-2">
            <a:extLst>
              <a:ext uri="{FF2B5EF4-FFF2-40B4-BE49-F238E27FC236}">
                <a16:creationId xmlns:a16="http://schemas.microsoft.com/office/drawing/2014/main" id="{B76A9D14-6D83-40AA-AB55-41BB00521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28" y="2536753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220" descr="Untitled-2">
            <a:extLst>
              <a:ext uri="{FF2B5EF4-FFF2-40B4-BE49-F238E27FC236}">
                <a16:creationId xmlns:a16="http://schemas.microsoft.com/office/drawing/2014/main" id="{8EE3B982-DD5C-45F5-B2F6-BB6460C2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28" y="3169029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상태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220" descr="Untitled-2">
            <a:extLst>
              <a:ext uri="{FF2B5EF4-FFF2-40B4-BE49-F238E27FC236}">
                <a16:creationId xmlns:a16="http://schemas.microsoft.com/office/drawing/2014/main" id="{04C7BC29-A5CE-4A11-8376-BA1201101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74" y="2559152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상품 정보 수신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220" descr="Untitled-2">
            <a:extLst>
              <a:ext uri="{FF2B5EF4-FFF2-40B4-BE49-F238E27FC236}">
                <a16:creationId xmlns:a16="http://schemas.microsoft.com/office/drawing/2014/main" id="{0247898A-97C3-47EA-9B21-87EBE4DB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243" y="3793058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75CA257-F6C0-457E-8E29-3789B5F6B160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 bwMode="auto">
          <a:xfrm>
            <a:off x="3150928" y="2247775"/>
            <a:ext cx="0" cy="31137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02C1B22-681D-462F-9859-6AB0AD9E15DB}"/>
              </a:ext>
            </a:extLst>
          </p:cNvPr>
          <p:cNvCxnSpPr>
            <a:cxnSpLocks/>
            <a:stCxn id="26" idx="2"/>
            <a:endCxn id="8" idx="0"/>
          </p:cNvCxnSpPr>
          <p:nvPr/>
        </p:nvCxnSpPr>
        <p:spPr bwMode="auto">
          <a:xfrm>
            <a:off x="3150928" y="2869658"/>
            <a:ext cx="0" cy="299371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C7C6A4A-4F72-4EE5-810A-5435EBC6148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 bwMode="auto">
          <a:xfrm>
            <a:off x="3150928" y="3479535"/>
            <a:ext cx="0" cy="31773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204B0A6-926E-42F6-AD0B-61AABCE875E4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 flipH="1">
            <a:off x="3150928" y="4039044"/>
            <a:ext cx="694" cy="494969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0229E2B-6BE5-4255-8352-EB4DAB53D666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 bwMode="auto">
          <a:xfrm>
            <a:off x="5457097" y="3481681"/>
            <a:ext cx="0" cy="31137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3D37B31-99E5-42B2-89AC-79FBD506843B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 bwMode="auto">
          <a:xfrm>
            <a:off x="1192682" y="2847259"/>
            <a:ext cx="0" cy="321770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연결선: 꺾임 139">
            <a:extLst>
              <a:ext uri="{FF2B5EF4-FFF2-40B4-BE49-F238E27FC236}">
                <a16:creationId xmlns:a16="http://schemas.microsoft.com/office/drawing/2014/main" id="{3DCB61AB-6818-46FF-A92E-337D408A0B3D}"/>
              </a:ext>
            </a:extLst>
          </p:cNvPr>
          <p:cNvCxnSpPr>
            <a:cxnSpLocks/>
            <a:stCxn id="44" idx="4"/>
            <a:endCxn id="24" idx="0"/>
          </p:cNvCxnSpPr>
          <p:nvPr/>
        </p:nvCxnSpPr>
        <p:spPr bwMode="auto">
          <a:xfrm>
            <a:off x="1192681" y="2026959"/>
            <a:ext cx="1" cy="50979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직선 화살표 연결선 173">
            <a:extLst>
              <a:ext uri="{FF2B5EF4-FFF2-40B4-BE49-F238E27FC236}">
                <a16:creationId xmlns:a16="http://schemas.microsoft.com/office/drawing/2014/main" id="{17984F45-EB7F-4DA0-91EE-56DF588CDC00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 bwMode="auto">
          <a:xfrm rot="5400000">
            <a:off x="3753889" y="3500604"/>
            <a:ext cx="1100249" cy="2306169"/>
          </a:xfrm>
          <a:prstGeom prst="bentConnector3">
            <a:avLst>
              <a:gd name="adj1" fmla="val 78857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직선 화살표 연결선 176">
            <a:extLst>
              <a:ext uri="{FF2B5EF4-FFF2-40B4-BE49-F238E27FC236}">
                <a16:creationId xmlns:a16="http://schemas.microsoft.com/office/drawing/2014/main" id="{8CDABC46-D544-4361-9277-EC979B5699F2}"/>
              </a:ext>
            </a:extLst>
          </p:cNvPr>
          <p:cNvCxnSpPr>
            <a:cxnSpLocks/>
            <a:stCxn id="25" idx="2"/>
            <a:endCxn id="6" idx="0"/>
          </p:cNvCxnSpPr>
          <p:nvPr/>
        </p:nvCxnSpPr>
        <p:spPr bwMode="auto">
          <a:xfrm rot="16200000" flipH="1">
            <a:off x="1309666" y="3362551"/>
            <a:ext cx="1724278" cy="1958246"/>
          </a:xfrm>
          <a:prstGeom prst="bentConnector3">
            <a:avLst>
              <a:gd name="adj1" fmla="val 8609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1288060E-8355-4C3A-B3FE-7B9996B3D264}"/>
              </a:ext>
            </a:extLst>
          </p:cNvPr>
          <p:cNvSpPr/>
          <p:nvPr/>
        </p:nvSpPr>
        <p:spPr bwMode="auto">
          <a:xfrm>
            <a:off x="9091254" y="1937867"/>
            <a:ext cx="348711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solidFill>
                <a:schemeClr val="bg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7" name="TextBox 187">
            <a:extLst>
              <a:ext uri="{FF2B5EF4-FFF2-40B4-BE49-F238E27FC236}">
                <a16:creationId xmlns:a16="http://schemas.microsoft.com/office/drawing/2014/main" id="{DDA1A081-AE3B-411A-8A86-2A9F768884FE}"/>
              </a:ext>
            </a:extLst>
          </p:cNvPr>
          <p:cNvSpPr txBox="1"/>
          <p:nvPr/>
        </p:nvSpPr>
        <p:spPr>
          <a:xfrm>
            <a:off x="9460209" y="1954137"/>
            <a:ext cx="526995" cy="593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ARS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3D53904-DC0B-4303-B0F3-30718023FD81}"/>
              </a:ext>
            </a:extLst>
          </p:cNvPr>
          <p:cNvCxnSpPr>
            <a:cxnSpLocks/>
            <a:stCxn id="46" idx="4"/>
            <a:endCxn id="20" idx="0"/>
          </p:cNvCxnSpPr>
          <p:nvPr/>
        </p:nvCxnSpPr>
        <p:spPr bwMode="auto">
          <a:xfrm>
            <a:off x="9265610" y="2258267"/>
            <a:ext cx="0" cy="228830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66A92AF9-4AC5-4855-B458-57AE6CA5F829}"/>
              </a:ext>
            </a:extLst>
          </p:cNvPr>
          <p:cNvSpPr/>
          <p:nvPr/>
        </p:nvSpPr>
        <p:spPr bwMode="auto">
          <a:xfrm>
            <a:off x="1018325" y="1706559"/>
            <a:ext cx="348712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solidFill>
                <a:schemeClr val="bg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5" name="TextBox 224">
            <a:extLst>
              <a:ext uri="{FF2B5EF4-FFF2-40B4-BE49-F238E27FC236}">
                <a16:creationId xmlns:a16="http://schemas.microsoft.com/office/drawing/2014/main" id="{9EC806FE-7918-4BD3-B3ED-654635A2CC8A}"/>
              </a:ext>
            </a:extLst>
          </p:cNvPr>
          <p:cNvSpPr txBox="1"/>
          <p:nvPr/>
        </p:nvSpPr>
        <p:spPr>
          <a:xfrm>
            <a:off x="1349171" y="1722829"/>
            <a:ext cx="460894" cy="593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BO</a:t>
            </a:r>
            <a:endParaRPr lang="ko-KR" altLang="en-US" sz="1200" dirty="0"/>
          </a:p>
        </p:txBody>
      </p:sp>
      <p:cxnSp>
        <p:nvCxnSpPr>
          <p:cNvPr id="40" name="연결선: 꺾임 139">
            <a:extLst>
              <a:ext uri="{FF2B5EF4-FFF2-40B4-BE49-F238E27FC236}">
                <a16:creationId xmlns:a16="http://schemas.microsoft.com/office/drawing/2014/main" id="{0C9C9DEA-FAC0-44DC-9492-9127851045F3}"/>
              </a:ext>
            </a:extLst>
          </p:cNvPr>
          <p:cNvCxnSpPr>
            <a:cxnSpLocks/>
            <a:stCxn id="46" idx="2"/>
            <a:endCxn id="4" idx="3"/>
          </p:cNvCxnSpPr>
          <p:nvPr/>
        </p:nvCxnSpPr>
        <p:spPr bwMode="auto">
          <a:xfrm flipH="1" flipV="1">
            <a:off x="3918781" y="2092522"/>
            <a:ext cx="5172473" cy="554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51FC40F2-10BC-40DD-8FF7-5E704A8C2285}"/>
              </a:ext>
            </a:extLst>
          </p:cNvPr>
          <p:cNvCxnSpPr>
            <a:cxnSpLocks/>
            <a:stCxn id="46" idx="2"/>
            <a:endCxn id="12" idx="3"/>
          </p:cNvCxnSpPr>
          <p:nvPr/>
        </p:nvCxnSpPr>
        <p:spPr bwMode="auto">
          <a:xfrm rot="10800000" flipV="1">
            <a:off x="6224950" y="2098066"/>
            <a:ext cx="2866304" cy="1228361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AutoShape 220" descr="Untitled-2">
            <a:extLst>
              <a:ext uri="{FF2B5EF4-FFF2-40B4-BE49-F238E27FC236}">
                <a16:creationId xmlns:a16="http://schemas.microsoft.com/office/drawing/2014/main" id="{375C35B3-FD00-4E97-AEEC-D19389E07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243" y="5203813"/>
            <a:ext cx="1535707" cy="3105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재고 </a:t>
            </a:r>
            <a:r>
              <a:rPr lang="en-US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update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6418668-1D91-431E-B4E7-9DB43BC3DE7A}"/>
              </a:ext>
            </a:extLst>
          </p:cNvPr>
          <p:cNvCxnSpPr>
            <a:cxnSpLocks/>
            <a:stCxn id="42" idx="1"/>
            <a:endCxn id="6" idx="3"/>
          </p:cNvCxnSpPr>
          <p:nvPr/>
        </p:nvCxnSpPr>
        <p:spPr bwMode="auto">
          <a:xfrm flipH="1">
            <a:off x="3918781" y="5359066"/>
            <a:ext cx="770462" cy="0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363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77B9F-F51D-4BEB-8269-C8F47B0C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상품관리</a:t>
            </a:r>
            <a:r>
              <a:rPr lang="en-US" altLang="ko-KR" dirty="0"/>
              <a:t>_</a:t>
            </a:r>
            <a:r>
              <a:rPr lang="ko-KR" altLang="en-US" dirty="0"/>
              <a:t>입점</a:t>
            </a:r>
          </a:p>
        </p:txBody>
      </p:sp>
      <p:cxnSp>
        <p:nvCxnSpPr>
          <p:cNvPr id="4" name="직선 화살표 연결선 82">
            <a:extLst>
              <a:ext uri="{FF2B5EF4-FFF2-40B4-BE49-F238E27FC236}">
                <a16:creationId xmlns:a16="http://schemas.microsoft.com/office/drawing/2014/main" id="{70A2E46D-6150-4F9A-A595-5B30BDEF31C4}"/>
              </a:ext>
            </a:extLst>
          </p:cNvPr>
          <p:cNvCxnSpPr>
            <a:cxnSpLocks/>
            <a:stCxn id="33" idx="3"/>
            <a:endCxn id="15" idx="0"/>
          </p:cNvCxnSpPr>
          <p:nvPr/>
        </p:nvCxnSpPr>
        <p:spPr bwMode="auto">
          <a:xfrm flipH="1">
            <a:off x="7001389" y="2991870"/>
            <a:ext cx="869081" cy="2304409"/>
          </a:xfrm>
          <a:prstGeom prst="bentConnector4">
            <a:avLst>
              <a:gd name="adj1" fmla="val -90967"/>
              <a:gd name="adj2" fmla="val 89036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BB232962-A6CF-40DA-BE64-D7D0F48D26E5}"/>
              </a:ext>
            </a:extLst>
          </p:cNvPr>
          <p:cNvGrpSpPr/>
          <p:nvPr/>
        </p:nvGrpSpPr>
        <p:grpSpPr>
          <a:xfrm>
            <a:off x="6845872" y="5948430"/>
            <a:ext cx="319554" cy="320400"/>
            <a:chOff x="2463947" y="5110882"/>
            <a:chExt cx="266890" cy="294741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DE9065E7-2AF3-431B-8817-1E6F61E09AD6}"/>
                </a:ext>
              </a:extLst>
            </p:cNvPr>
            <p:cNvSpPr/>
            <p:nvPr/>
          </p:nvSpPr>
          <p:spPr bwMode="auto">
            <a:xfrm>
              <a:off x="2463947" y="5110882"/>
              <a:ext cx="266890" cy="294741"/>
            </a:xfrm>
            <a:prstGeom prst="flowChartConnector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3C336F92-9703-4CEC-B0AE-FF3C0A1B1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708" y="5167181"/>
              <a:ext cx="165369" cy="182143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1561ABB1-4065-4A61-BB45-58DD0517C556}"/>
              </a:ext>
            </a:extLst>
          </p:cNvPr>
          <p:cNvSpPr/>
          <p:nvPr/>
        </p:nvSpPr>
        <p:spPr bwMode="auto">
          <a:xfrm>
            <a:off x="5723656" y="814388"/>
            <a:ext cx="319554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296513E3-5D53-4622-8D17-EC8548BB2107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 bwMode="auto">
          <a:xfrm rot="16200000" flipH="1">
            <a:off x="5661797" y="1452813"/>
            <a:ext cx="443141" cy="223712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AutoShape 220" descr="Untitled-2">
            <a:extLst>
              <a:ext uri="{FF2B5EF4-FFF2-40B4-BE49-F238E27FC236}">
                <a16:creationId xmlns:a16="http://schemas.microsoft.com/office/drawing/2014/main" id="{35E5AD0F-8DE7-445D-96BF-6B3454F07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979" y="1491083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신규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AutoShape 220" descr="Untitled-2">
            <a:extLst>
              <a:ext uri="{FF2B5EF4-FFF2-40B4-BE49-F238E27FC236}">
                <a16:creationId xmlns:a16="http://schemas.microsoft.com/office/drawing/2014/main" id="{4AEFAC35-CE7A-4F40-87E3-66B3CBAB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4" y="1491083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상품 목록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B7AF911-7CB3-4C85-9534-CF362D84CD7B}"/>
              </a:ext>
            </a:extLst>
          </p:cNvPr>
          <p:cNvGrpSpPr/>
          <p:nvPr/>
        </p:nvGrpSpPr>
        <p:grpSpPr>
          <a:xfrm>
            <a:off x="6133389" y="4528244"/>
            <a:ext cx="1737081" cy="397846"/>
            <a:chOff x="1868885" y="3804430"/>
            <a:chExt cx="1450800" cy="365985"/>
          </a:xfrm>
        </p:grpSpPr>
        <p:sp>
          <p:nvSpPr>
            <p:cNvPr id="35" name="순서도: 판단 34">
              <a:extLst>
                <a:ext uri="{FF2B5EF4-FFF2-40B4-BE49-F238E27FC236}">
                  <a16:creationId xmlns:a16="http://schemas.microsoft.com/office/drawing/2014/main" id="{0717B0C5-5A13-4E80-B850-522497716B68}"/>
                </a:ext>
              </a:extLst>
            </p:cNvPr>
            <p:cNvSpPr/>
            <p:nvPr/>
          </p:nvSpPr>
          <p:spPr bwMode="auto">
            <a:xfrm>
              <a:off x="1868885" y="3804430"/>
              <a:ext cx="1450800" cy="365985"/>
            </a:xfrm>
            <a:prstGeom prst="flowChartDecision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FF3B651-8E01-4A3B-B817-C2C12BAAF681}"/>
                </a:ext>
              </a:extLst>
            </p:cNvPr>
            <p:cNvSpPr/>
            <p:nvPr/>
          </p:nvSpPr>
          <p:spPr>
            <a:xfrm>
              <a:off x="2150715" y="3861540"/>
              <a:ext cx="881433" cy="2805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8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승인</a:t>
              </a:r>
              <a:endParaRPr lang="ko-KR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" name="직선 화살표 연결선 61">
            <a:extLst>
              <a:ext uri="{FF2B5EF4-FFF2-40B4-BE49-F238E27FC236}">
                <a16:creationId xmlns:a16="http://schemas.microsoft.com/office/drawing/2014/main" id="{39A7FCFA-6FAE-4A45-B1E0-60468F95914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 bwMode="auto">
          <a:xfrm rot="16200000" flipH="1">
            <a:off x="6264600" y="753621"/>
            <a:ext cx="356295" cy="1118628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9231D19-96F6-4554-92AE-D182392D27BC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 bwMode="auto">
          <a:xfrm>
            <a:off x="4764806" y="1779876"/>
            <a:ext cx="0" cy="28113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AutoShape 220" descr="Untitled-2">
            <a:extLst>
              <a:ext uri="{FF2B5EF4-FFF2-40B4-BE49-F238E27FC236}">
                <a16:creationId xmlns:a16="http://schemas.microsoft.com/office/drawing/2014/main" id="{806EEB1B-CF48-415F-B52C-519B81547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979" y="2054111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임시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 저장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D79CF9F-4717-46E5-AF9E-94A520B6FAF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 bwMode="auto">
          <a:xfrm>
            <a:off x="7002061" y="1779876"/>
            <a:ext cx="0" cy="27423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AutoShape 220" descr="Untitled-2">
            <a:extLst>
              <a:ext uri="{FF2B5EF4-FFF2-40B4-BE49-F238E27FC236}">
                <a16:creationId xmlns:a16="http://schemas.microsoft.com/office/drawing/2014/main" id="{9A1BC237-DC14-410D-8783-08468079D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307" y="5296279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61243E0-D2AB-4448-A01E-7C87DCADAC3F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 bwMode="auto">
          <a:xfrm>
            <a:off x="7001389" y="5585073"/>
            <a:ext cx="4260" cy="36335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B5ECF6D-6412-416D-842C-DA94E8F90D8B}"/>
              </a:ext>
            </a:extLst>
          </p:cNvPr>
          <p:cNvCxnSpPr>
            <a:cxnSpLocks/>
            <a:stCxn id="35" idx="2"/>
            <a:endCxn id="15" idx="0"/>
          </p:cNvCxnSpPr>
          <p:nvPr/>
        </p:nvCxnSpPr>
        <p:spPr bwMode="auto">
          <a:xfrm flipH="1">
            <a:off x="7001388" y="4926090"/>
            <a:ext cx="541" cy="370189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AutoShape 220" descr="Untitled-2">
            <a:extLst>
              <a:ext uri="{FF2B5EF4-FFF2-40B4-BE49-F238E27FC236}">
                <a16:creationId xmlns:a16="http://schemas.microsoft.com/office/drawing/2014/main" id="{8DCB8247-F6F3-45ED-9E83-DDDD24044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307" y="3970648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승인 처리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A95C3CE-0B38-49D8-A5E9-41C049494221}"/>
              </a:ext>
            </a:extLst>
          </p:cNvPr>
          <p:cNvCxnSpPr>
            <a:cxnSpLocks/>
            <a:stCxn id="18" idx="2"/>
            <a:endCxn id="35" idx="0"/>
          </p:cNvCxnSpPr>
          <p:nvPr/>
        </p:nvCxnSpPr>
        <p:spPr bwMode="auto">
          <a:xfrm>
            <a:off x="7001388" y="4259440"/>
            <a:ext cx="541" cy="26880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AutoShape 220" descr="Untitled-2">
            <a:extLst>
              <a:ext uri="{FF2B5EF4-FFF2-40B4-BE49-F238E27FC236}">
                <a16:creationId xmlns:a16="http://schemas.microsoft.com/office/drawing/2014/main" id="{DA5956D9-1A32-440E-AD51-ACC53246A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978" y="3436101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심사요청 내역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723DC1B-30AB-45A9-B193-A2BBDF0C8492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 bwMode="auto">
          <a:xfrm flipH="1">
            <a:off x="7001389" y="3724894"/>
            <a:ext cx="671" cy="24575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연결선: 꺾임 139">
            <a:extLst>
              <a:ext uri="{FF2B5EF4-FFF2-40B4-BE49-F238E27FC236}">
                <a16:creationId xmlns:a16="http://schemas.microsoft.com/office/drawing/2014/main" id="{E04407C2-DC10-4B0E-BDA3-73DC81A01B1B}"/>
              </a:ext>
            </a:extLst>
          </p:cNvPr>
          <p:cNvCxnSpPr>
            <a:cxnSpLocks/>
            <a:stCxn id="13" idx="2"/>
            <a:endCxn id="33" idx="0"/>
          </p:cNvCxnSpPr>
          <p:nvPr/>
        </p:nvCxnSpPr>
        <p:spPr bwMode="auto">
          <a:xfrm flipH="1">
            <a:off x="7001929" y="2342904"/>
            <a:ext cx="132" cy="450043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325EDE-989F-4DB9-9C9C-5EF04459D839}"/>
              </a:ext>
            </a:extLst>
          </p:cNvPr>
          <p:cNvSpPr/>
          <p:nvPr/>
        </p:nvSpPr>
        <p:spPr>
          <a:xfrm>
            <a:off x="6564995" y="4963162"/>
            <a:ext cx="507337" cy="28879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>
                <a:latin typeface="+mj-ea"/>
                <a:ea typeface="+mj-ea"/>
              </a:rPr>
              <a:t>승인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0EF719-529A-400C-A927-1C367028C593}"/>
              </a:ext>
            </a:extLst>
          </p:cNvPr>
          <p:cNvSpPr/>
          <p:nvPr/>
        </p:nvSpPr>
        <p:spPr>
          <a:xfrm>
            <a:off x="5633886" y="4454041"/>
            <a:ext cx="507337" cy="28879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>
                <a:latin typeface="+mj-ea"/>
                <a:ea typeface="+mj-ea"/>
              </a:rPr>
              <a:t>반려</a:t>
            </a:r>
          </a:p>
        </p:txBody>
      </p:sp>
      <p:sp>
        <p:nvSpPr>
          <p:cNvPr id="25" name="AutoShape 220" descr="Untitled-2">
            <a:extLst>
              <a:ext uri="{FF2B5EF4-FFF2-40B4-BE49-F238E27FC236}">
                <a16:creationId xmlns:a16="http://schemas.microsoft.com/office/drawing/2014/main" id="{BEC562CE-43CD-4E29-BF4D-81FD01FDF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4" y="2061013"/>
            <a:ext cx="1738163" cy="288793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상품 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임시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6" name="직선 화살표 연결선 82">
            <a:extLst>
              <a:ext uri="{FF2B5EF4-FFF2-40B4-BE49-F238E27FC236}">
                <a16:creationId xmlns:a16="http://schemas.microsoft.com/office/drawing/2014/main" id="{8B614DCA-0702-4F18-B903-F7D8E4BD754E}"/>
              </a:ext>
            </a:extLst>
          </p:cNvPr>
          <p:cNvCxnSpPr>
            <a:cxnSpLocks/>
            <a:stCxn id="35" idx="1"/>
            <a:endCxn id="9" idx="1"/>
          </p:cNvCxnSpPr>
          <p:nvPr/>
        </p:nvCxnSpPr>
        <p:spPr bwMode="auto">
          <a:xfrm rot="10800000">
            <a:off x="3895725" y="1635481"/>
            <a:ext cx="2237665" cy="3091687"/>
          </a:xfrm>
          <a:prstGeom prst="bentConnector3">
            <a:avLst>
              <a:gd name="adj1" fmla="val 132351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B95388-397C-40F3-B9AF-89799991BC9F}"/>
              </a:ext>
            </a:extLst>
          </p:cNvPr>
          <p:cNvSpPr/>
          <p:nvPr/>
        </p:nvSpPr>
        <p:spPr>
          <a:xfrm>
            <a:off x="5585498" y="2338653"/>
            <a:ext cx="1337406" cy="28879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+mj-ea"/>
                <a:ea typeface="+mj-ea"/>
              </a:rPr>
              <a:t>상품정보 심사 요청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A003765B-B5F5-4D89-9644-F1E48F60034B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 bwMode="auto">
          <a:xfrm rot="5400000">
            <a:off x="5145973" y="753621"/>
            <a:ext cx="356295" cy="1118627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ECEEE8F-C5C0-4DD4-B54D-E11B9F4F93CE}"/>
              </a:ext>
            </a:extLst>
          </p:cNvPr>
          <p:cNvGrpSpPr/>
          <p:nvPr/>
        </p:nvGrpSpPr>
        <p:grpSpPr>
          <a:xfrm>
            <a:off x="6133389" y="2792947"/>
            <a:ext cx="1737081" cy="397846"/>
            <a:chOff x="1868885" y="2014225"/>
            <a:chExt cx="1450800" cy="365985"/>
          </a:xfrm>
        </p:grpSpPr>
        <p:sp>
          <p:nvSpPr>
            <p:cNvPr id="33" name="순서도: 판단 32">
              <a:extLst>
                <a:ext uri="{FF2B5EF4-FFF2-40B4-BE49-F238E27FC236}">
                  <a16:creationId xmlns:a16="http://schemas.microsoft.com/office/drawing/2014/main" id="{06A0DFFC-6AB9-4BF8-836E-04D27594213C}"/>
                </a:ext>
              </a:extLst>
            </p:cNvPr>
            <p:cNvSpPr/>
            <p:nvPr/>
          </p:nvSpPr>
          <p:spPr bwMode="auto">
            <a:xfrm>
              <a:off x="1868885" y="2014225"/>
              <a:ext cx="1450800" cy="365985"/>
            </a:xfrm>
            <a:prstGeom prst="flowChartDecisio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2618AA7-B2AC-4D67-8064-08060D975B66}"/>
                </a:ext>
              </a:extLst>
            </p:cNvPr>
            <p:cNvSpPr/>
            <p:nvPr/>
          </p:nvSpPr>
          <p:spPr>
            <a:xfrm>
              <a:off x="2150715" y="2071335"/>
              <a:ext cx="881433" cy="2805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8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승인 필요</a:t>
              </a:r>
              <a:r>
                <a:rPr lang="en-US" altLang="ko-KR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DDAE5CE-9F92-47A8-95C0-0163FA70680E}"/>
              </a:ext>
            </a:extLst>
          </p:cNvPr>
          <p:cNvCxnSpPr>
            <a:cxnSpLocks/>
            <a:stCxn id="34" idx="2"/>
            <a:endCxn id="20" idx="0"/>
          </p:cNvCxnSpPr>
          <p:nvPr/>
        </p:nvCxnSpPr>
        <p:spPr bwMode="auto">
          <a:xfrm>
            <a:off x="6998513" y="3160044"/>
            <a:ext cx="3547" cy="27605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9B12E7-010C-4EDB-88C6-94412C050373}"/>
              </a:ext>
            </a:extLst>
          </p:cNvPr>
          <p:cNvSpPr/>
          <p:nvPr/>
        </p:nvSpPr>
        <p:spPr>
          <a:xfrm>
            <a:off x="6470831" y="3161222"/>
            <a:ext cx="507337" cy="28879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+mj-ea"/>
                <a:ea typeface="+mj-ea"/>
              </a:rPr>
              <a:t>Y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95EDBA-7043-4076-9523-96EA38B8130F}"/>
              </a:ext>
            </a:extLst>
          </p:cNvPr>
          <p:cNvSpPr/>
          <p:nvPr/>
        </p:nvSpPr>
        <p:spPr>
          <a:xfrm>
            <a:off x="7788939" y="2705710"/>
            <a:ext cx="507337" cy="28879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>
                <a:latin typeface="+mj-ea"/>
                <a:ea typeface="+mj-ea"/>
              </a:rPr>
              <a:t>N</a:t>
            </a:r>
            <a:endParaRPr lang="ko-KR" altLang="en-US" sz="12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828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9BF96-140A-45D9-B340-95402F25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상품후기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B628249-FF2D-4F07-895F-766337485541}"/>
              </a:ext>
            </a:extLst>
          </p:cNvPr>
          <p:cNvGrpSpPr/>
          <p:nvPr/>
        </p:nvGrpSpPr>
        <p:grpSpPr>
          <a:xfrm>
            <a:off x="1688417" y="1133479"/>
            <a:ext cx="8815166" cy="5164158"/>
            <a:chOff x="2087454" y="752479"/>
            <a:chExt cx="8815166" cy="5164158"/>
          </a:xfrm>
        </p:grpSpPr>
        <p:sp>
          <p:nvSpPr>
            <p:cNvPr id="35" name="AutoShape 220" descr="Untitled-2">
              <a:extLst>
                <a:ext uri="{FF2B5EF4-FFF2-40B4-BE49-F238E27FC236}">
                  <a16:creationId xmlns:a16="http://schemas.microsoft.com/office/drawing/2014/main" id="{9ED18E24-64FC-4A56-BB40-C74F5AC8D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593" y="2888992"/>
              <a:ext cx="1883006" cy="30625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조회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AutoShape 220" descr="Untitled-2">
              <a:extLst>
                <a:ext uri="{FF2B5EF4-FFF2-40B4-BE49-F238E27FC236}">
                  <a16:creationId xmlns:a16="http://schemas.microsoft.com/office/drawing/2014/main" id="{9D75CFE0-DF9B-4077-8C18-D349A774F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593" y="2240557"/>
              <a:ext cx="1883006" cy="30625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목록 조회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911C89C9-D660-4431-9F2B-CB8632286459}"/>
                </a:ext>
              </a:extLst>
            </p:cNvPr>
            <p:cNvCxnSpPr>
              <a:cxnSpLocks/>
              <a:stCxn id="36" idx="2"/>
              <a:endCxn id="35" idx="0"/>
            </p:cNvCxnSpPr>
            <p:nvPr/>
          </p:nvCxnSpPr>
          <p:spPr bwMode="auto">
            <a:xfrm>
              <a:off x="7784096" y="2546812"/>
              <a:ext cx="0" cy="342180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순서도: 판단 37">
              <a:extLst>
                <a:ext uri="{FF2B5EF4-FFF2-40B4-BE49-F238E27FC236}">
                  <a16:creationId xmlns:a16="http://schemas.microsoft.com/office/drawing/2014/main" id="{C6F9AFEA-DE55-45C1-B789-75267167A1D5}"/>
                </a:ext>
              </a:extLst>
            </p:cNvPr>
            <p:cNvSpPr/>
            <p:nvPr/>
          </p:nvSpPr>
          <p:spPr bwMode="auto">
            <a:xfrm>
              <a:off x="6843180" y="4210002"/>
              <a:ext cx="1881833" cy="421903"/>
            </a:xfrm>
            <a:prstGeom prst="flowChartDecision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  <a:ea typeface="+mn-ea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F5C7188-C325-4188-90A3-6E1B2FDD39C2}"/>
                </a:ext>
              </a:extLst>
            </p:cNvPr>
            <p:cNvSpPr/>
            <p:nvPr/>
          </p:nvSpPr>
          <p:spPr>
            <a:xfrm>
              <a:off x="7212443" y="4259223"/>
              <a:ext cx="1143307" cy="323458"/>
            </a:xfrm>
            <a:prstGeom prst="rect">
              <a:avLst/>
            </a:prstGeom>
            <a:ln w="3175">
              <a:noFill/>
            </a:ln>
          </p:spPr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8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latin typeface="+mn-ea"/>
                  <a:ea typeface="+mn-ea"/>
                </a:rPr>
                <a:t>상품후기 심사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FBA031A-88EE-4864-ABC2-6368D44A0D6F}"/>
                </a:ext>
              </a:extLst>
            </p:cNvPr>
            <p:cNvSpPr/>
            <p:nvPr/>
          </p:nvSpPr>
          <p:spPr>
            <a:xfrm>
              <a:off x="7001876" y="4639572"/>
              <a:ext cx="880464" cy="306257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>
                  <a:latin typeface="+mn-ea"/>
                  <a:ea typeface="+mn-ea"/>
                </a:rPr>
                <a:t>전시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88F95CD-D90B-40A0-A5D5-D1CD65261F60}"/>
                </a:ext>
              </a:extLst>
            </p:cNvPr>
            <p:cNvSpPr/>
            <p:nvPr/>
          </p:nvSpPr>
          <p:spPr>
            <a:xfrm>
              <a:off x="8626771" y="4150257"/>
              <a:ext cx="918994" cy="306257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 err="1">
                  <a:latin typeface="+mn-ea"/>
                  <a:ea typeface="+mn-ea"/>
                </a:rPr>
                <a:t>전시안함</a:t>
              </a:r>
              <a:endParaRPr lang="ko-KR" altLang="en-US" sz="1200" dirty="0">
                <a:latin typeface="+mn-ea"/>
                <a:ea typeface="+mn-ea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E97A6F70-87E2-4EE7-AD23-A5B1EC3E22C1}"/>
                </a:ext>
              </a:extLst>
            </p:cNvPr>
            <p:cNvCxnSpPr>
              <a:cxnSpLocks/>
              <a:stCxn id="35" idx="2"/>
              <a:endCxn id="54" idx="0"/>
            </p:cNvCxnSpPr>
            <p:nvPr/>
          </p:nvCxnSpPr>
          <p:spPr bwMode="auto">
            <a:xfrm>
              <a:off x="7784096" y="3195247"/>
              <a:ext cx="1" cy="350568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3" name="AutoShape 220" descr="Untitled-2">
              <a:extLst>
                <a:ext uri="{FF2B5EF4-FFF2-40B4-BE49-F238E27FC236}">
                  <a16:creationId xmlns:a16="http://schemas.microsoft.com/office/drawing/2014/main" id="{B57536FB-18B5-456E-BEC9-9D589D964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7272" y="4996533"/>
              <a:ext cx="1685348" cy="306257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미전시 처리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44" name="연결선: 꺾임 43">
              <a:extLst>
                <a:ext uri="{FF2B5EF4-FFF2-40B4-BE49-F238E27FC236}">
                  <a16:creationId xmlns:a16="http://schemas.microsoft.com/office/drawing/2014/main" id="{79C1C300-502A-42BC-85C8-9A55661170D3}"/>
                </a:ext>
              </a:extLst>
            </p:cNvPr>
            <p:cNvCxnSpPr>
              <a:cxnSpLocks/>
              <a:stCxn id="38" idx="3"/>
              <a:endCxn id="43" idx="0"/>
            </p:cNvCxnSpPr>
            <p:nvPr/>
          </p:nvCxnSpPr>
          <p:spPr bwMode="auto">
            <a:xfrm>
              <a:off x="8725013" y="4420954"/>
              <a:ext cx="1334933" cy="575579"/>
            </a:xfrm>
            <a:prstGeom prst="bentConnector2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연결선: 꺾임 13">
              <a:extLst>
                <a:ext uri="{FF2B5EF4-FFF2-40B4-BE49-F238E27FC236}">
                  <a16:creationId xmlns:a16="http://schemas.microsoft.com/office/drawing/2014/main" id="{2833B5B6-F9F5-48BA-9A49-DA16B61D598A}"/>
                </a:ext>
              </a:extLst>
            </p:cNvPr>
            <p:cNvCxnSpPr>
              <a:cxnSpLocks/>
              <a:stCxn id="54" idx="2"/>
              <a:endCxn id="38" idx="0"/>
            </p:cNvCxnSpPr>
            <p:nvPr/>
          </p:nvCxnSpPr>
          <p:spPr bwMode="auto">
            <a:xfrm>
              <a:off x="7784097" y="3852070"/>
              <a:ext cx="0" cy="357932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E1748007-6DD3-4BC7-9FDF-5A8B4B75CB97}"/>
                </a:ext>
              </a:extLst>
            </p:cNvPr>
            <p:cNvCxnSpPr>
              <a:cxnSpLocks/>
              <a:stCxn id="43" idx="2"/>
              <a:endCxn id="63" idx="6"/>
            </p:cNvCxnSpPr>
            <p:nvPr/>
          </p:nvCxnSpPr>
          <p:spPr bwMode="auto">
            <a:xfrm rot="5400000">
              <a:off x="8775298" y="4471788"/>
              <a:ext cx="453647" cy="2115650"/>
            </a:xfrm>
            <a:prstGeom prst="bentConnector2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AutoShape 220" descr="Untitled-2">
              <a:extLst>
                <a:ext uri="{FF2B5EF4-FFF2-40B4-BE49-F238E27FC236}">
                  <a16:creationId xmlns:a16="http://schemas.microsoft.com/office/drawing/2014/main" id="{BFE4F088-2FD3-40F4-A559-7EA13DE2C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594" y="4996533"/>
              <a:ext cx="1883005" cy="306257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포인트 지급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B420DF-8016-417F-99CB-B6A39115F596}"/>
                </a:ext>
              </a:extLst>
            </p:cNvPr>
            <p:cNvGrpSpPr/>
            <p:nvPr/>
          </p:nvGrpSpPr>
          <p:grpSpPr>
            <a:xfrm>
              <a:off x="7623897" y="5596237"/>
              <a:ext cx="320399" cy="320400"/>
              <a:chOff x="5221990" y="4829939"/>
              <a:chExt cx="247013" cy="277935"/>
            </a:xfrm>
          </p:grpSpPr>
          <p:sp>
            <p:nvSpPr>
              <p:cNvPr id="63" name="순서도: 연결자 62">
                <a:extLst>
                  <a:ext uri="{FF2B5EF4-FFF2-40B4-BE49-F238E27FC236}">
                    <a16:creationId xmlns:a16="http://schemas.microsoft.com/office/drawing/2014/main" id="{BB3A41C1-BFD2-4142-A591-C76C233A7558}"/>
                  </a:ext>
                </a:extLst>
              </p:cNvPr>
              <p:cNvSpPr/>
              <p:nvPr/>
            </p:nvSpPr>
            <p:spPr bwMode="auto">
              <a:xfrm>
                <a:off x="5221990" y="4829939"/>
                <a:ext cx="247013" cy="277935"/>
              </a:xfrm>
              <a:prstGeom prst="flowChartConnector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ctr" anchorCtr="0" compatLnSpc="1">
                <a:prstTxWarp prst="textNoShape">
                  <a:avLst/>
                </a:prstTxWarp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b="1">
                  <a:latin typeface="+mn-ea"/>
                  <a:ea typeface="+mn-ea"/>
                </a:endParaRPr>
              </a:p>
            </p:txBody>
          </p:sp>
          <p:sp>
            <p:nvSpPr>
              <p:cNvPr id="64" name="순서도: 연결자 63">
                <a:extLst>
                  <a:ext uri="{FF2B5EF4-FFF2-40B4-BE49-F238E27FC236}">
                    <a16:creationId xmlns:a16="http://schemas.microsoft.com/office/drawing/2014/main" id="{1E5524F2-B225-4241-A030-836AAC3E0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172" y="4883028"/>
                <a:ext cx="152649" cy="171758"/>
              </a:xfrm>
              <a:prstGeom prst="flowChartConnector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ctr" anchorCtr="0" compatLnSpc="1">
                <a:prstTxWarp prst="textNoShape">
                  <a:avLst/>
                </a:prstTxWarp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b="1">
                  <a:latin typeface="+mn-ea"/>
                  <a:ea typeface="+mn-ea"/>
                </a:endParaRPr>
              </a:p>
            </p:txBody>
          </p:sp>
        </p:grp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D1901A70-4700-4163-B178-4A42655C7806}"/>
                </a:ext>
              </a:extLst>
            </p:cNvPr>
            <p:cNvCxnSpPr>
              <a:cxnSpLocks/>
              <a:stCxn id="47" idx="2"/>
              <a:endCxn id="63" idx="0"/>
            </p:cNvCxnSpPr>
            <p:nvPr/>
          </p:nvCxnSpPr>
          <p:spPr bwMode="auto">
            <a:xfrm>
              <a:off x="7784097" y="5302790"/>
              <a:ext cx="0" cy="293447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AutoShape 220" descr="Untitled-2">
              <a:extLst>
                <a:ext uri="{FF2B5EF4-FFF2-40B4-BE49-F238E27FC236}">
                  <a16:creationId xmlns:a16="http://schemas.microsoft.com/office/drawing/2014/main" id="{1E865639-D0FC-44B2-B41C-7A66313CF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0" y="2240557"/>
              <a:ext cx="1551214" cy="306255"/>
            </a:xfrm>
            <a:prstGeom prst="roundRect">
              <a:avLst>
                <a:gd name="adj" fmla="val 9704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회원 상품후기 작성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B5005C6C-4013-457B-82B4-87715CC14368}"/>
                </a:ext>
              </a:extLst>
            </p:cNvPr>
            <p:cNvCxnSpPr>
              <a:cxnSpLocks/>
              <a:stCxn id="50" idx="3"/>
              <a:endCxn id="36" idx="1"/>
            </p:cNvCxnSpPr>
            <p:nvPr/>
          </p:nvCxnSpPr>
          <p:spPr bwMode="auto">
            <a:xfrm>
              <a:off x="5837464" y="2393685"/>
              <a:ext cx="1005129" cy="0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97C2EB1A-31BB-4AA5-B7AF-E211C94755BD}"/>
                </a:ext>
              </a:extLst>
            </p:cNvPr>
            <p:cNvCxnSpPr>
              <a:cxnSpLocks/>
              <a:stCxn id="60" idx="2"/>
              <a:endCxn id="50" idx="0"/>
            </p:cNvCxnSpPr>
            <p:nvPr/>
          </p:nvCxnSpPr>
          <p:spPr bwMode="auto">
            <a:xfrm>
              <a:off x="5061857" y="1840640"/>
              <a:ext cx="0" cy="399917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AutoShape 220" descr="Untitled-2">
              <a:extLst>
                <a:ext uri="{FF2B5EF4-FFF2-40B4-BE49-F238E27FC236}">
                  <a16:creationId xmlns:a16="http://schemas.microsoft.com/office/drawing/2014/main" id="{06B3ABCB-63EB-4A93-8F8D-CA014869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766" y="4996533"/>
              <a:ext cx="2084184" cy="306257"/>
            </a:xfrm>
            <a:prstGeom prst="roundRect">
              <a:avLst>
                <a:gd name="adj" fmla="val 9704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포인트 </a:t>
              </a:r>
              <a:r>
                <a:rPr lang="ko-KR" altLang="en-US" sz="1200" dirty="0" err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알림톡</a:t>
              </a: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 수신</a:t>
              </a:r>
              <a:endParaRPr lang="ko-KR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AutoShape 220" descr="Untitled-2">
              <a:extLst>
                <a:ext uri="{FF2B5EF4-FFF2-40B4-BE49-F238E27FC236}">
                  <a16:creationId xmlns:a16="http://schemas.microsoft.com/office/drawing/2014/main" id="{82F4E239-CC35-4A12-BFB2-0AF28B30B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594" y="3545815"/>
              <a:ext cx="1883005" cy="30625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12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상품후기 답변 등록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0987C4D7-9B58-41ED-AACB-36420964CDE1}"/>
                </a:ext>
              </a:extLst>
            </p:cNvPr>
            <p:cNvCxnSpPr>
              <a:cxnSpLocks/>
              <a:stCxn id="38" idx="2"/>
              <a:endCxn id="47" idx="0"/>
            </p:cNvCxnSpPr>
            <p:nvPr/>
          </p:nvCxnSpPr>
          <p:spPr bwMode="auto">
            <a:xfrm>
              <a:off x="7784097" y="4631905"/>
              <a:ext cx="0" cy="364628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01B185DB-C0FA-49D8-B9B4-E53B02688D6A}"/>
                </a:ext>
              </a:extLst>
            </p:cNvPr>
            <p:cNvCxnSpPr>
              <a:cxnSpLocks/>
              <a:stCxn id="47" idx="1"/>
              <a:endCxn id="53" idx="3"/>
            </p:cNvCxnSpPr>
            <p:nvPr/>
          </p:nvCxnSpPr>
          <p:spPr bwMode="auto">
            <a:xfrm flipH="1">
              <a:off x="6103950" y="5149662"/>
              <a:ext cx="738644" cy="0"/>
            </a:xfrm>
            <a:prstGeom prst="straightConnector1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73BC541F-5FDD-47DA-BAE6-014921229244}"/>
                </a:ext>
              </a:extLst>
            </p:cNvPr>
            <p:cNvSpPr/>
            <p:nvPr/>
          </p:nvSpPr>
          <p:spPr bwMode="auto">
            <a:xfrm>
              <a:off x="3931390" y="752479"/>
              <a:ext cx="320399" cy="320400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  <a:ea typeface="+mn-ea"/>
              </a:endParaRPr>
            </a:p>
          </p:txBody>
        </p: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682BF05A-78E1-4575-AC63-4FCF4B4B3C0B}"/>
                </a:ext>
              </a:extLst>
            </p:cNvPr>
            <p:cNvCxnSpPr>
              <a:cxnSpLocks/>
              <a:stCxn id="57" idx="4"/>
              <a:endCxn id="61" idx="0"/>
            </p:cNvCxnSpPr>
            <p:nvPr/>
          </p:nvCxnSpPr>
          <p:spPr bwMode="auto">
            <a:xfrm rot="5400000">
              <a:off x="3224696" y="667491"/>
              <a:ext cx="461506" cy="1272283"/>
            </a:xfrm>
            <a:prstGeom prst="bentConnector3">
              <a:avLst>
                <a:gd name="adj1" fmla="val 5000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D0FBA030-5EFB-46DF-A57A-8B80F00C2061}"/>
                </a:ext>
              </a:extLst>
            </p:cNvPr>
            <p:cNvCxnSpPr>
              <a:cxnSpLocks/>
              <a:stCxn id="57" idx="4"/>
              <a:endCxn id="60" idx="0"/>
            </p:cNvCxnSpPr>
            <p:nvPr/>
          </p:nvCxnSpPr>
          <p:spPr bwMode="auto">
            <a:xfrm rot="16200000" flipH="1">
              <a:off x="4345970" y="818498"/>
              <a:ext cx="461506" cy="970267"/>
            </a:xfrm>
            <a:prstGeom prst="bentConnector3">
              <a:avLst>
                <a:gd name="adj1" fmla="val 5000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CD4D432D-9369-48BF-8225-9D0627146036}"/>
                </a:ext>
              </a:extLst>
            </p:cNvPr>
            <p:cNvGrpSpPr/>
            <p:nvPr/>
          </p:nvGrpSpPr>
          <p:grpSpPr>
            <a:xfrm>
              <a:off x="2087454" y="1534385"/>
              <a:ext cx="4008271" cy="306255"/>
              <a:chOff x="2087454" y="1534385"/>
              <a:chExt cx="4008271" cy="306255"/>
            </a:xfrm>
          </p:grpSpPr>
          <p:sp>
            <p:nvSpPr>
              <p:cNvPr id="60" name="AutoShape 220" descr="Untitled-2">
                <a:extLst>
                  <a:ext uri="{FF2B5EF4-FFF2-40B4-BE49-F238E27FC236}">
                    <a16:creationId xmlns:a16="http://schemas.microsoft.com/office/drawing/2014/main" id="{4B9C2848-3884-4E63-8CA6-81FF05389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7989" y="1534385"/>
                <a:ext cx="2067736" cy="306255"/>
              </a:xfrm>
              <a:prstGeom prst="roundRect">
                <a:avLst>
                  <a:gd name="adj" fmla="val 970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90000" algn="ctr">
                  <a:lnSpc>
                    <a:spcPct val="120000"/>
                  </a:lnSpc>
                  <a:spcAft>
                    <a:spcPts val="200"/>
                  </a:spcAft>
                  <a:buClr>
                    <a:schemeClr val="bg1">
                      <a:lumMod val="50000"/>
                    </a:schemeClr>
                  </a:buClr>
                </a:pPr>
                <a:r>
                  <a:rPr lang="ko-KR" altLang="en-US" sz="1200" dirty="0">
                    <a:ln>
                      <a:solidFill>
                        <a:srgbClr val="6D88AF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n-ea"/>
                    <a:ea typeface="+mn-ea"/>
                  </a:rPr>
                  <a:t>회원 </a:t>
                </a:r>
                <a:r>
                  <a:rPr lang="ko-KR" altLang="en-US" sz="1200" dirty="0" err="1">
                    <a:ln>
                      <a:solidFill>
                        <a:srgbClr val="6D88AF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n-ea"/>
                    <a:ea typeface="+mn-ea"/>
                  </a:rPr>
                  <a:t>미작성</a:t>
                </a:r>
                <a:r>
                  <a:rPr lang="ko-KR" altLang="en-US" sz="1200" dirty="0">
                    <a:ln>
                      <a:solidFill>
                        <a:srgbClr val="6D88AF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n-ea"/>
                    <a:ea typeface="+mn-ea"/>
                  </a:rPr>
                  <a:t> 상품후기 조회</a:t>
                </a:r>
                <a:endParaRPr lang="ko-KR" altLang="ko-KR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1" name="AutoShape 220" descr="Untitled-2">
                <a:extLst>
                  <a:ext uri="{FF2B5EF4-FFF2-40B4-BE49-F238E27FC236}">
                    <a16:creationId xmlns:a16="http://schemas.microsoft.com/office/drawing/2014/main" id="{89FDA371-544D-4DC3-BC90-0B38C824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7454" y="1534385"/>
                <a:ext cx="1463706" cy="306255"/>
              </a:xfrm>
              <a:prstGeom prst="roundRect">
                <a:avLst>
                  <a:gd name="adj" fmla="val 970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90000" algn="ctr">
                  <a:lnSpc>
                    <a:spcPct val="120000"/>
                  </a:lnSpc>
                  <a:spcAft>
                    <a:spcPts val="200"/>
                  </a:spcAft>
                  <a:buClr>
                    <a:schemeClr val="bg1">
                      <a:lumMod val="50000"/>
                    </a:schemeClr>
                  </a:buClr>
                </a:pPr>
                <a:r>
                  <a:rPr lang="ko-KR" altLang="en-US" sz="1200" dirty="0">
                    <a:ln>
                      <a:solidFill>
                        <a:srgbClr val="6D88AF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+mn-ea"/>
                    <a:ea typeface="+mn-ea"/>
                  </a:rPr>
                  <a:t>회원 상품후기 조회</a:t>
                </a:r>
                <a:endParaRPr lang="ko-KR" altLang="ko-KR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F4760AC9-5E4C-42C2-892E-D77A9A7E6A34}"/>
                </a:ext>
              </a:extLst>
            </p:cNvPr>
            <p:cNvCxnSpPr>
              <a:cxnSpLocks/>
              <a:stCxn id="61" idx="2"/>
              <a:endCxn id="63" idx="2"/>
            </p:cNvCxnSpPr>
            <p:nvPr/>
          </p:nvCxnSpPr>
          <p:spPr bwMode="auto">
            <a:xfrm rot="16200000" flipH="1">
              <a:off x="3263704" y="1396243"/>
              <a:ext cx="3915797" cy="4804590"/>
            </a:xfrm>
            <a:prstGeom prst="bentConnector2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089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C472B-8D55-4EE2-A982-C5DE051C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전시관리</a:t>
            </a: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7CAF44AB-D124-4C94-97C0-A073794D6C60}"/>
              </a:ext>
            </a:extLst>
          </p:cNvPr>
          <p:cNvSpPr/>
          <p:nvPr/>
        </p:nvSpPr>
        <p:spPr bwMode="auto">
          <a:xfrm>
            <a:off x="5913661" y="857300"/>
            <a:ext cx="320400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AutoShape 220" descr="Untitled-2">
            <a:extLst>
              <a:ext uri="{FF2B5EF4-FFF2-40B4-BE49-F238E27FC236}">
                <a16:creationId xmlns:a16="http://schemas.microsoft.com/office/drawing/2014/main" id="{BF3D37C9-9ACC-42E9-8580-E45D6E04B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1535084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220" descr="Untitled-2">
            <a:extLst>
              <a:ext uri="{FF2B5EF4-FFF2-40B4-BE49-F238E27FC236}">
                <a16:creationId xmlns:a16="http://schemas.microsoft.com/office/drawing/2014/main" id="{D982C5DB-D12E-41D6-B48A-0CE8917B9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2104847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코너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9759957-9751-49E0-B73F-628D07D942C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 bwMode="auto">
          <a:xfrm>
            <a:off x="5089380" y="1829779"/>
            <a:ext cx="0" cy="275068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51E32D6-0364-4248-925F-D6AAF0B7E189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 bwMode="auto">
          <a:xfrm>
            <a:off x="5089380" y="2399542"/>
            <a:ext cx="0" cy="24938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직선 화살표 연결선 46">
            <a:extLst>
              <a:ext uri="{FF2B5EF4-FFF2-40B4-BE49-F238E27FC236}">
                <a16:creationId xmlns:a16="http://schemas.microsoft.com/office/drawing/2014/main" id="{E79DCC73-CDDE-4473-9832-B6A79BC1C689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 bwMode="auto">
          <a:xfrm rot="5400000">
            <a:off x="5402929" y="864152"/>
            <a:ext cx="357384" cy="9844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F09F95-3DC9-4095-9A39-91A8C66DEF35}"/>
              </a:ext>
            </a:extLst>
          </p:cNvPr>
          <p:cNvGrpSpPr/>
          <p:nvPr/>
        </p:nvGrpSpPr>
        <p:grpSpPr>
          <a:xfrm>
            <a:off x="4929180" y="5959748"/>
            <a:ext cx="320400" cy="320401"/>
            <a:chOff x="2055760" y="5230278"/>
            <a:chExt cx="283386" cy="313122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217B0018-1996-474B-9864-A3F549CE5988}"/>
                </a:ext>
              </a:extLst>
            </p:cNvPr>
            <p:cNvSpPr/>
            <p:nvPr/>
          </p:nvSpPr>
          <p:spPr bwMode="auto">
            <a:xfrm>
              <a:off x="2055760" y="5230278"/>
              <a:ext cx="283386" cy="313122"/>
            </a:xfrm>
            <a:prstGeom prst="flowChartConnector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701017AB-F513-473E-82AF-542BFDBDD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890" y="5290088"/>
              <a:ext cx="175126" cy="193502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" name="AutoShape 220" descr="Untitled-2">
            <a:extLst>
              <a:ext uri="{FF2B5EF4-FFF2-40B4-BE49-F238E27FC236}">
                <a16:creationId xmlns:a16="http://schemas.microsoft.com/office/drawing/2014/main" id="{44853903-6C61-40B6-B6D1-2F9859CAF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5378215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BECC45-1087-4910-84E7-B52BF91AAE11}"/>
              </a:ext>
            </a:extLst>
          </p:cNvPr>
          <p:cNvCxnSpPr>
            <a:cxnSpLocks/>
            <a:stCxn id="11" idx="2"/>
            <a:endCxn id="38" idx="0"/>
          </p:cNvCxnSpPr>
          <p:nvPr/>
        </p:nvCxnSpPr>
        <p:spPr bwMode="auto">
          <a:xfrm>
            <a:off x="5089380" y="5672910"/>
            <a:ext cx="0" cy="286838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B1376CB-D9CD-4DA8-8502-34DA0C922812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 bwMode="auto">
          <a:xfrm>
            <a:off x="5089380" y="2943626"/>
            <a:ext cx="0" cy="23831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1BF17C7-8B62-4B4F-818C-FE531117BF38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 bwMode="auto">
          <a:xfrm>
            <a:off x="5089380" y="3476640"/>
            <a:ext cx="0" cy="231274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303B514-672A-4077-8B92-414EC6572449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 bwMode="auto">
          <a:xfrm>
            <a:off x="5089380" y="4002609"/>
            <a:ext cx="0" cy="270854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F3558D-12EE-4558-A06D-40E4118245F4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 bwMode="auto">
          <a:xfrm>
            <a:off x="5089380" y="4568158"/>
            <a:ext cx="0" cy="265886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AutoShape 220" descr="Untitled-2">
            <a:extLst>
              <a:ext uri="{FF2B5EF4-FFF2-40B4-BE49-F238E27FC236}">
                <a16:creationId xmlns:a16="http://schemas.microsoft.com/office/drawing/2014/main" id="{372BD319-0316-4BC9-99C6-2D8583BE8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2648931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관리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AutoShape 220" descr="Untitled-2">
            <a:extLst>
              <a:ext uri="{FF2B5EF4-FFF2-40B4-BE49-F238E27FC236}">
                <a16:creationId xmlns:a16="http://schemas.microsoft.com/office/drawing/2014/main" id="{700C1475-90E1-4335-94BE-4BE7FBF5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703" y="1535084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컨텐츠 관리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AutoShape 220" descr="Untitled-2">
            <a:extLst>
              <a:ext uri="{FF2B5EF4-FFF2-40B4-BE49-F238E27FC236}">
                <a16:creationId xmlns:a16="http://schemas.microsoft.com/office/drawing/2014/main" id="{5FC72BFA-C746-477D-86F4-BBC8D21C9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703" y="2104847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컨텐츠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953A8A1-63DA-4CC7-8248-742FDEF930CB}"/>
              </a:ext>
            </a:extLst>
          </p:cNvPr>
          <p:cNvCxnSpPr>
            <a:cxnSpLocks/>
            <a:stCxn id="25" idx="2"/>
            <a:endCxn id="11" idx="0"/>
          </p:cNvCxnSpPr>
          <p:nvPr/>
        </p:nvCxnSpPr>
        <p:spPr bwMode="auto">
          <a:xfrm>
            <a:off x="5089380" y="5128739"/>
            <a:ext cx="0" cy="249476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33F5622-1474-4BBD-981C-5FAFA0C7AFE8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 bwMode="auto">
          <a:xfrm>
            <a:off x="7071989" y="1829779"/>
            <a:ext cx="0" cy="275068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AutoShape 220" descr="Untitled-2">
            <a:extLst>
              <a:ext uri="{FF2B5EF4-FFF2-40B4-BE49-F238E27FC236}">
                <a16:creationId xmlns:a16="http://schemas.microsoft.com/office/drawing/2014/main" id="{0B211521-0331-473A-B58A-BD41DFF6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3181945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선택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AutoShape 220" descr="Untitled-2">
            <a:extLst>
              <a:ext uri="{FF2B5EF4-FFF2-40B4-BE49-F238E27FC236}">
                <a16:creationId xmlns:a16="http://schemas.microsoft.com/office/drawing/2014/main" id="{89BD262B-F2D1-4186-B774-055F0557D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3707914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AutoShape 220" descr="Untitled-2">
            <a:extLst>
              <a:ext uri="{FF2B5EF4-FFF2-40B4-BE49-F238E27FC236}">
                <a16:creationId xmlns:a16="http://schemas.microsoft.com/office/drawing/2014/main" id="{EC0422D0-2688-4DD4-86BA-2CB66057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100" y="4273463"/>
            <a:ext cx="1648560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코너 컨텐츠 등록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220" descr="Untitled-2">
            <a:extLst>
              <a:ext uri="{FF2B5EF4-FFF2-40B4-BE49-F238E27FC236}">
                <a16:creationId xmlns:a16="http://schemas.microsoft.com/office/drawing/2014/main" id="{970B4B61-0A60-4D64-87BE-ED638079E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094" y="4834044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기간 설정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A15B7C8-E8A0-4A8B-8611-2D479324AA78}"/>
              </a:ext>
            </a:extLst>
          </p:cNvPr>
          <p:cNvCxnSpPr>
            <a:cxnSpLocks/>
            <a:stCxn id="19" idx="2"/>
            <a:endCxn id="11" idx="3"/>
          </p:cNvCxnSpPr>
          <p:nvPr/>
        </p:nvCxnSpPr>
        <p:spPr bwMode="auto">
          <a:xfrm rot="5400000">
            <a:off x="4873818" y="3327391"/>
            <a:ext cx="3126021" cy="1270323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직선 화살표 연결선 95">
            <a:extLst>
              <a:ext uri="{FF2B5EF4-FFF2-40B4-BE49-F238E27FC236}">
                <a16:creationId xmlns:a16="http://schemas.microsoft.com/office/drawing/2014/main" id="{8666FEFF-A1A0-4847-9646-4EADF8163029}"/>
              </a:ext>
            </a:extLst>
          </p:cNvPr>
          <p:cNvCxnSpPr>
            <a:cxnSpLocks/>
            <a:stCxn id="4" idx="4"/>
            <a:endCxn id="18" idx="0"/>
          </p:cNvCxnSpPr>
          <p:nvPr/>
        </p:nvCxnSpPr>
        <p:spPr bwMode="auto">
          <a:xfrm rot="16200000" flipH="1">
            <a:off x="6394233" y="857328"/>
            <a:ext cx="357384" cy="99812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AutoShape 220" descr="Untitled-2">
            <a:extLst>
              <a:ext uri="{FF2B5EF4-FFF2-40B4-BE49-F238E27FC236}">
                <a16:creationId xmlns:a16="http://schemas.microsoft.com/office/drawing/2014/main" id="{B47D3B5F-5EFA-40C7-84A6-5AC9C522B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515" y="2648931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컨텐츠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직선 화살표 연결선 142">
            <a:extLst>
              <a:ext uri="{FF2B5EF4-FFF2-40B4-BE49-F238E27FC236}">
                <a16:creationId xmlns:a16="http://schemas.microsoft.com/office/drawing/2014/main" id="{08DFE177-8051-4F02-AD9C-6D9797365732}"/>
              </a:ext>
            </a:extLst>
          </p:cNvPr>
          <p:cNvCxnSpPr>
            <a:cxnSpLocks/>
            <a:stCxn id="18" idx="2"/>
            <a:endCxn id="34" idx="0"/>
          </p:cNvCxnSpPr>
          <p:nvPr/>
        </p:nvCxnSpPr>
        <p:spPr bwMode="auto">
          <a:xfrm rot="16200000" flipH="1">
            <a:off x="7851861" y="1049906"/>
            <a:ext cx="275068" cy="183481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4475008-5632-4073-A0FC-5AF27A32B42B}"/>
              </a:ext>
            </a:extLst>
          </p:cNvPr>
          <p:cNvCxnSpPr>
            <a:cxnSpLocks/>
            <a:stCxn id="28" idx="2"/>
            <a:endCxn id="11" idx="3"/>
          </p:cNvCxnSpPr>
          <p:nvPr/>
        </p:nvCxnSpPr>
        <p:spPr bwMode="auto">
          <a:xfrm rot="5400000">
            <a:off x="6063266" y="2682027"/>
            <a:ext cx="2581937" cy="3105135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AutoShape 220" descr="Untitled-2">
            <a:extLst>
              <a:ext uri="{FF2B5EF4-FFF2-40B4-BE49-F238E27FC236}">
                <a16:creationId xmlns:a16="http://schemas.microsoft.com/office/drawing/2014/main" id="{25EA6990-2892-4B13-9C18-1D6F356CE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913" y="4273463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화살표 연결선 191">
            <a:extLst>
              <a:ext uri="{FF2B5EF4-FFF2-40B4-BE49-F238E27FC236}">
                <a16:creationId xmlns:a16="http://schemas.microsoft.com/office/drawing/2014/main" id="{9F076AA3-0A5A-426B-9726-ACD6DC4333D5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 bwMode="auto">
          <a:xfrm rot="5400000">
            <a:off x="4071653" y="2690187"/>
            <a:ext cx="231274" cy="18041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직선 화살표 연결선 194">
            <a:extLst>
              <a:ext uri="{FF2B5EF4-FFF2-40B4-BE49-F238E27FC236}">
                <a16:creationId xmlns:a16="http://schemas.microsoft.com/office/drawing/2014/main" id="{60082973-555D-4D93-A83D-BEE5E3F00E10}"/>
              </a:ext>
            </a:extLst>
          </p:cNvPr>
          <p:cNvCxnSpPr>
            <a:cxnSpLocks/>
            <a:stCxn id="31" idx="2"/>
            <a:endCxn id="11" idx="1"/>
          </p:cNvCxnSpPr>
          <p:nvPr/>
        </p:nvCxnSpPr>
        <p:spPr bwMode="auto">
          <a:xfrm rot="16200000" flipH="1">
            <a:off x="3352444" y="4500912"/>
            <a:ext cx="957405" cy="1091895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AutoShape 220" descr="Untitled-2">
            <a:extLst>
              <a:ext uri="{FF2B5EF4-FFF2-40B4-BE49-F238E27FC236}">
                <a16:creationId xmlns:a16="http://schemas.microsoft.com/office/drawing/2014/main" id="{384E7480-0305-46BC-B589-80200204D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515" y="2104847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컨텐츠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BE1F51C-9EF2-4165-B7BF-020E26168570}"/>
              </a:ext>
            </a:extLst>
          </p:cNvPr>
          <p:cNvCxnSpPr>
            <a:cxnSpLocks/>
            <a:stCxn id="34" idx="2"/>
            <a:endCxn id="28" idx="0"/>
          </p:cNvCxnSpPr>
          <p:nvPr/>
        </p:nvCxnSpPr>
        <p:spPr bwMode="auto">
          <a:xfrm>
            <a:off x="8906801" y="2399542"/>
            <a:ext cx="0" cy="24938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AutoShape 220" descr="Untitled-2">
            <a:extLst>
              <a:ext uri="{FF2B5EF4-FFF2-40B4-BE49-F238E27FC236}">
                <a16:creationId xmlns:a16="http://schemas.microsoft.com/office/drawing/2014/main" id="{5F2C84A4-5078-470F-8749-556474AE9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913" y="3707914"/>
            <a:ext cx="1424572" cy="294695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 페이지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497CB59-8431-41E8-A938-7948D4406822}"/>
              </a:ext>
            </a:extLst>
          </p:cNvPr>
          <p:cNvCxnSpPr>
            <a:cxnSpLocks/>
            <a:stCxn id="36" idx="2"/>
            <a:endCxn id="31" idx="0"/>
          </p:cNvCxnSpPr>
          <p:nvPr/>
        </p:nvCxnSpPr>
        <p:spPr bwMode="auto">
          <a:xfrm>
            <a:off x="3285199" y="4002609"/>
            <a:ext cx="0" cy="270854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56583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04355-0F4B-4170-BBA2-5CDD59BE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기획전관리</a:t>
            </a:r>
            <a:r>
              <a:rPr lang="en-US" altLang="ko-KR" dirty="0"/>
              <a:t>_</a:t>
            </a:r>
            <a:r>
              <a:rPr lang="ko-KR" altLang="en-US" dirty="0"/>
              <a:t>자사</a:t>
            </a:r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2F70EDC8-89D4-400F-839E-650276FF0C8D}"/>
              </a:ext>
            </a:extLst>
          </p:cNvPr>
          <p:cNvSpPr/>
          <p:nvPr/>
        </p:nvSpPr>
        <p:spPr bwMode="auto">
          <a:xfrm>
            <a:off x="3479754" y="1654097"/>
            <a:ext cx="320399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+mn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1985758-C388-4179-B740-20CE78B781E7}"/>
              </a:ext>
            </a:extLst>
          </p:cNvPr>
          <p:cNvCxnSpPr>
            <a:cxnSpLocks/>
            <a:stCxn id="27" idx="4"/>
            <a:endCxn id="41" idx="0"/>
          </p:cNvCxnSpPr>
          <p:nvPr/>
        </p:nvCxnSpPr>
        <p:spPr bwMode="auto">
          <a:xfrm flipH="1">
            <a:off x="3639953" y="1974497"/>
            <a:ext cx="1" cy="503560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8B58D6C-8C5D-4520-9B1E-0D017F8E6123}"/>
              </a:ext>
            </a:extLst>
          </p:cNvPr>
          <p:cNvGrpSpPr/>
          <p:nvPr/>
        </p:nvGrpSpPr>
        <p:grpSpPr>
          <a:xfrm>
            <a:off x="7130737" y="5803221"/>
            <a:ext cx="320399" cy="320400"/>
            <a:chOff x="3179258" y="3522723"/>
            <a:chExt cx="223354" cy="223354"/>
          </a:xfrm>
        </p:grpSpPr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99338A78-B2E3-474B-AD7D-C186F16E82D1}"/>
                </a:ext>
              </a:extLst>
            </p:cNvPr>
            <p:cNvSpPr/>
            <p:nvPr/>
          </p:nvSpPr>
          <p:spPr bwMode="auto">
            <a:xfrm>
              <a:off x="3179258" y="3522723"/>
              <a:ext cx="223354" cy="223354"/>
            </a:xfrm>
            <a:prstGeom prst="flowChartConnector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</a:endParaRPr>
            </a:p>
          </p:txBody>
        </p:sp>
        <p:sp>
          <p:nvSpPr>
            <p:cNvPr id="47" name="순서도: 연결자 46">
              <a:extLst>
                <a:ext uri="{FF2B5EF4-FFF2-40B4-BE49-F238E27FC236}">
                  <a16:creationId xmlns:a16="http://schemas.microsoft.com/office/drawing/2014/main" id="{4C157B84-A073-4196-BB30-3C93298CF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921" y="3565386"/>
              <a:ext cx="138028" cy="13802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+mn-ea"/>
              </a:endParaRPr>
            </a:p>
          </p:txBody>
        </p:sp>
      </p:grpSp>
      <p:sp>
        <p:nvSpPr>
          <p:cNvPr id="30" name="AutoShape 220" descr="Untitled-2">
            <a:extLst>
              <a:ext uri="{FF2B5EF4-FFF2-40B4-BE49-F238E27FC236}">
                <a16:creationId xmlns:a16="http://schemas.microsoft.com/office/drawing/2014/main" id="{29761652-B28E-49C3-A667-F0643C21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333" y="2478057"/>
            <a:ext cx="1429206" cy="3448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기획전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AutoShape 220" descr="Untitled-2">
            <a:extLst>
              <a:ext uri="{FF2B5EF4-FFF2-40B4-BE49-F238E27FC236}">
                <a16:creationId xmlns:a16="http://schemas.microsoft.com/office/drawing/2014/main" id="{71A0B2E8-DDE5-4475-A6FB-AFB584866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38" y="5065394"/>
            <a:ext cx="1839597" cy="344806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기획전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B523245-6E8F-4D08-A1AC-6CF116F9555A}"/>
              </a:ext>
            </a:extLst>
          </p:cNvPr>
          <p:cNvCxnSpPr>
            <a:cxnSpLocks/>
            <a:stCxn id="31" idx="2"/>
            <a:endCxn id="46" idx="0"/>
          </p:cNvCxnSpPr>
          <p:nvPr/>
        </p:nvCxnSpPr>
        <p:spPr bwMode="auto">
          <a:xfrm>
            <a:off x="7290937" y="5410200"/>
            <a:ext cx="0" cy="393021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4055626-E206-4642-A8A4-04DF3769D0B4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 bwMode="auto">
          <a:xfrm>
            <a:off x="7290936" y="2822863"/>
            <a:ext cx="1" cy="432011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2CD24F00-D502-4FEC-89A0-78147F04EB60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rot="16200000" flipH="1">
            <a:off x="7590680" y="3299936"/>
            <a:ext cx="600426" cy="119991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90FE969-1423-4577-853F-B41C0F4B5894}"/>
              </a:ext>
            </a:extLst>
          </p:cNvPr>
          <p:cNvGrpSpPr/>
          <p:nvPr/>
        </p:nvGrpSpPr>
        <p:grpSpPr>
          <a:xfrm>
            <a:off x="5281022" y="4200106"/>
            <a:ext cx="4019828" cy="344806"/>
            <a:chOff x="5542752" y="3936424"/>
            <a:chExt cx="4019828" cy="413135"/>
          </a:xfrm>
        </p:grpSpPr>
        <p:sp>
          <p:nvSpPr>
            <p:cNvPr id="35" name="AutoShape 220" descr="Untitled-2">
              <a:extLst>
                <a:ext uri="{FF2B5EF4-FFF2-40B4-BE49-F238E27FC236}">
                  <a16:creationId xmlns:a16="http://schemas.microsoft.com/office/drawing/2014/main" id="{F7D0636A-6389-4C7C-9465-E8D06968E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2752" y="3936424"/>
              <a:ext cx="1620000" cy="41313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</a:rPr>
                <a:t>소제목 및</a:t>
              </a:r>
              <a:r>
                <a:rPr lang="en-US" altLang="ko-KR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</a:rPr>
                <a:t>상품 등록</a:t>
              </a:r>
              <a:endParaRPr lang="ko-KR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AutoShape 220" descr="Untitled-2">
              <a:extLst>
                <a:ext uri="{FF2B5EF4-FFF2-40B4-BE49-F238E27FC236}">
                  <a16:creationId xmlns:a16="http://schemas.microsoft.com/office/drawing/2014/main" id="{F4613E60-CD53-429E-9BD7-C0229F39C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2580" y="3936424"/>
              <a:ext cx="1620000" cy="413135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+mn-ea"/>
                </a:rPr>
                <a:t>상품 등록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7" name="AutoShape 220" descr="Untitled-2">
            <a:extLst>
              <a:ext uri="{FF2B5EF4-FFF2-40B4-BE49-F238E27FC236}">
                <a16:creationId xmlns:a16="http://schemas.microsoft.com/office/drawing/2014/main" id="{B688BDE1-A6AA-4B65-B893-6A88C796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38" y="3254874"/>
            <a:ext cx="1839597" cy="3448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기획전 기본정보 저장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F43D1C9-F426-4A2B-886A-65C82BBE18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 rot="5400000">
            <a:off x="6390767" y="3299936"/>
            <a:ext cx="600426" cy="119991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510545C0-5765-4ECA-880B-2EDF113017F8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rot="16200000" flipH="1">
            <a:off x="6430738" y="4205195"/>
            <a:ext cx="520482" cy="119991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55EAA145-BC2E-479D-AE7C-90A735FFCF72}"/>
              </a:ext>
            </a:extLst>
          </p:cNvPr>
          <p:cNvCxnSpPr>
            <a:cxnSpLocks/>
            <a:stCxn id="36" idx="2"/>
            <a:endCxn id="31" idx="0"/>
          </p:cNvCxnSpPr>
          <p:nvPr/>
        </p:nvCxnSpPr>
        <p:spPr>
          <a:xfrm rot="5400000">
            <a:off x="7630653" y="4205197"/>
            <a:ext cx="520482" cy="119991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220" descr="Untitled-2">
            <a:extLst>
              <a:ext uri="{FF2B5EF4-FFF2-40B4-BE49-F238E27FC236}">
                <a16:creationId xmlns:a16="http://schemas.microsoft.com/office/drawing/2014/main" id="{83C473BC-F0C1-4B73-8522-494C661F9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150" y="2478057"/>
            <a:ext cx="1497606" cy="3448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기획전 조회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AutoShape 220" descr="Untitled-2">
            <a:extLst>
              <a:ext uri="{FF2B5EF4-FFF2-40B4-BE49-F238E27FC236}">
                <a16:creationId xmlns:a16="http://schemas.microsoft.com/office/drawing/2014/main" id="{C65B8759-9653-4278-B51A-4469EDB7C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150" y="3250049"/>
            <a:ext cx="1497606" cy="34480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기획전 정보 수정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C5086080-B700-46F9-AB67-A1CCD90B961B}"/>
              </a:ext>
            </a:extLst>
          </p:cNvPr>
          <p:cNvCxnSpPr>
            <a:cxnSpLocks/>
            <a:stCxn id="27" idx="4"/>
            <a:endCxn id="30" idx="0"/>
          </p:cNvCxnSpPr>
          <p:nvPr/>
        </p:nvCxnSpPr>
        <p:spPr>
          <a:xfrm rot="16200000" flipH="1">
            <a:off x="5213665" y="400786"/>
            <a:ext cx="503560" cy="36509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E1395F8-CA34-44D6-AA2B-AC60D9B34DFA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 bwMode="auto">
          <a:xfrm>
            <a:off x="3639953" y="2822863"/>
            <a:ext cx="0" cy="427186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90A8A3C8-D3BD-4B69-B4CD-26AD949F6191}"/>
              </a:ext>
            </a:extLst>
          </p:cNvPr>
          <p:cNvCxnSpPr>
            <a:cxnSpLocks/>
            <a:stCxn id="42" idx="2"/>
            <a:endCxn id="31" idx="1"/>
          </p:cNvCxnSpPr>
          <p:nvPr/>
        </p:nvCxnSpPr>
        <p:spPr>
          <a:xfrm rot="16200000" flipH="1">
            <a:off x="4184074" y="3050733"/>
            <a:ext cx="1642942" cy="2731185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4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04355-0F4B-4170-BBA2-5CDD59BE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기획전관리</a:t>
            </a:r>
            <a:r>
              <a:rPr lang="en-US" altLang="ko-KR" dirty="0"/>
              <a:t>_</a:t>
            </a:r>
            <a:r>
              <a:rPr lang="ko-KR" altLang="en-US" dirty="0"/>
              <a:t>입점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4B1702C-335F-4006-B704-1F2FF6A9E89D}"/>
              </a:ext>
            </a:extLst>
          </p:cNvPr>
          <p:cNvGrpSpPr/>
          <p:nvPr/>
        </p:nvGrpSpPr>
        <p:grpSpPr>
          <a:xfrm>
            <a:off x="7489277" y="5954854"/>
            <a:ext cx="320399" cy="320401"/>
            <a:chOff x="3177913" y="4183406"/>
            <a:chExt cx="243453" cy="250681"/>
          </a:xfrm>
        </p:grpSpPr>
        <p:sp>
          <p:nvSpPr>
            <p:cNvPr id="65" name="순서도: 연결자 64">
              <a:extLst>
                <a:ext uri="{FF2B5EF4-FFF2-40B4-BE49-F238E27FC236}">
                  <a16:creationId xmlns:a16="http://schemas.microsoft.com/office/drawing/2014/main" id="{64C31F09-E9E0-420A-BE44-5470EA57BEF7}"/>
                </a:ext>
              </a:extLst>
            </p:cNvPr>
            <p:cNvSpPr/>
            <p:nvPr/>
          </p:nvSpPr>
          <p:spPr bwMode="auto">
            <a:xfrm>
              <a:off x="3177913" y="4183406"/>
              <a:ext cx="243453" cy="250681"/>
            </a:xfrm>
            <a:prstGeom prst="flowChartConnector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6" name="순서도: 연결자 65">
              <a:extLst>
                <a:ext uri="{FF2B5EF4-FFF2-40B4-BE49-F238E27FC236}">
                  <a16:creationId xmlns:a16="http://schemas.microsoft.com/office/drawing/2014/main" id="{A37F668F-098A-4673-8755-7EB98E6F2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569" y="4231289"/>
              <a:ext cx="150141" cy="154915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98FE48F1-2EA1-40B1-B2D8-B66508BFFFD5}"/>
              </a:ext>
            </a:extLst>
          </p:cNvPr>
          <p:cNvSpPr/>
          <p:nvPr/>
        </p:nvSpPr>
        <p:spPr bwMode="auto">
          <a:xfrm>
            <a:off x="5498278" y="962032"/>
            <a:ext cx="320401" cy="320399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D0AE732-3246-4758-9B4A-2799722CF7CD}"/>
              </a:ext>
            </a:extLst>
          </p:cNvPr>
          <p:cNvCxnSpPr>
            <a:cxnSpLocks/>
            <a:stCxn id="54" idx="2"/>
            <a:endCxn id="43" idx="0"/>
          </p:cNvCxnSpPr>
          <p:nvPr/>
        </p:nvCxnSpPr>
        <p:spPr bwMode="auto">
          <a:xfrm rot="16200000" flipH="1">
            <a:off x="5542371" y="769092"/>
            <a:ext cx="285611" cy="3928599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AutoShape 220" descr="Untitled-2">
            <a:extLst>
              <a:ext uri="{FF2B5EF4-FFF2-40B4-BE49-F238E27FC236}">
                <a16:creationId xmlns:a16="http://schemas.microsoft.com/office/drawing/2014/main" id="{3C74FAE0-71F1-4EF2-A219-E9A66691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482" y="1608272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등록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AutoShape 220" descr="Untitled-2">
            <a:extLst>
              <a:ext uri="{FF2B5EF4-FFF2-40B4-BE49-F238E27FC236}">
                <a16:creationId xmlns:a16="http://schemas.microsoft.com/office/drawing/2014/main" id="{7F63FD34-2552-4087-9C6B-8DC403E5F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883" y="1608272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 기획전 조회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C58892B-B7E9-4309-9395-D14D3051E215}"/>
              </a:ext>
            </a:extLst>
          </p:cNvPr>
          <p:cNvGrpSpPr/>
          <p:nvPr/>
        </p:nvGrpSpPr>
        <p:grpSpPr>
          <a:xfrm>
            <a:off x="6694805" y="4623464"/>
            <a:ext cx="1909343" cy="467773"/>
            <a:chOff x="2585958" y="3141728"/>
            <a:chExt cx="1450800" cy="365985"/>
          </a:xfrm>
        </p:grpSpPr>
        <p:sp>
          <p:nvSpPr>
            <p:cNvPr id="63" name="순서도: 판단 62">
              <a:extLst>
                <a:ext uri="{FF2B5EF4-FFF2-40B4-BE49-F238E27FC236}">
                  <a16:creationId xmlns:a16="http://schemas.microsoft.com/office/drawing/2014/main" id="{C11DC064-D66F-48C0-8BC2-360645BF1B25}"/>
                </a:ext>
              </a:extLst>
            </p:cNvPr>
            <p:cNvSpPr/>
            <p:nvPr/>
          </p:nvSpPr>
          <p:spPr bwMode="auto">
            <a:xfrm>
              <a:off x="2585958" y="3141728"/>
              <a:ext cx="1450800" cy="365985"/>
            </a:xfrm>
            <a:prstGeom prst="flowChartDecision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7EBB00C-526A-489D-B838-2A80216BDD37}"/>
                </a:ext>
              </a:extLst>
            </p:cNvPr>
            <p:cNvSpPr/>
            <p:nvPr/>
          </p:nvSpPr>
          <p:spPr>
            <a:xfrm>
              <a:off x="2867788" y="3198838"/>
              <a:ext cx="881433" cy="2805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lnSpc>
                  <a:spcPct val="80000"/>
                </a:lnSpc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 여부 확인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41" name="직선 화살표 연결선 61">
            <a:extLst>
              <a:ext uri="{FF2B5EF4-FFF2-40B4-BE49-F238E27FC236}">
                <a16:creationId xmlns:a16="http://schemas.microsoft.com/office/drawing/2014/main" id="{7FAB0572-4171-4EA9-8E51-34CBCF4CC4EF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 bwMode="auto">
          <a:xfrm rot="16200000" flipH="1">
            <a:off x="6491057" y="449852"/>
            <a:ext cx="325841" cy="1990997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80B4111-FC6C-406D-A333-4A35AD21C5F3}"/>
              </a:ext>
            </a:extLst>
          </p:cNvPr>
          <p:cNvCxnSpPr>
            <a:cxnSpLocks/>
            <a:stCxn id="39" idx="2"/>
            <a:endCxn id="54" idx="0"/>
          </p:cNvCxnSpPr>
          <p:nvPr/>
        </p:nvCxnSpPr>
        <p:spPr bwMode="auto">
          <a:xfrm>
            <a:off x="3720877" y="1947824"/>
            <a:ext cx="0" cy="303211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AutoShape 220" descr="Untitled-2">
            <a:extLst>
              <a:ext uri="{FF2B5EF4-FFF2-40B4-BE49-F238E27FC236}">
                <a16:creationId xmlns:a16="http://schemas.microsoft.com/office/drawing/2014/main" id="{FBC77434-A9B2-4574-8909-93C550826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482" y="2876198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승인 요청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220" descr="Untitled-2">
            <a:extLst>
              <a:ext uri="{FF2B5EF4-FFF2-40B4-BE49-F238E27FC236}">
                <a16:creationId xmlns:a16="http://schemas.microsoft.com/office/drawing/2014/main" id="{81574F6A-01A7-482B-93ED-FFC8F846E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482" y="5358028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정보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E9D5659-650D-4932-B4FA-3EFBF0219B4E}"/>
              </a:ext>
            </a:extLst>
          </p:cNvPr>
          <p:cNvCxnSpPr>
            <a:cxnSpLocks/>
            <a:stCxn id="44" idx="2"/>
            <a:endCxn id="65" idx="0"/>
          </p:cNvCxnSpPr>
          <p:nvPr/>
        </p:nvCxnSpPr>
        <p:spPr bwMode="auto">
          <a:xfrm>
            <a:off x="7649476" y="5697580"/>
            <a:ext cx="1" cy="257274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4C6A635-4E5F-4DD7-9C19-D8AB7007DDB8}"/>
              </a:ext>
            </a:extLst>
          </p:cNvPr>
          <p:cNvCxnSpPr>
            <a:cxnSpLocks/>
          </p:cNvCxnSpPr>
          <p:nvPr/>
        </p:nvCxnSpPr>
        <p:spPr bwMode="auto">
          <a:xfrm flipH="1">
            <a:off x="7649476" y="5084837"/>
            <a:ext cx="1" cy="266791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AutoShape 220" descr="Untitled-2">
            <a:extLst>
              <a:ext uri="{FF2B5EF4-FFF2-40B4-BE49-F238E27FC236}">
                <a16:creationId xmlns:a16="http://schemas.microsoft.com/office/drawing/2014/main" id="{4A2A7DF7-1DBC-43FB-A72D-CBB0ACBF5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482" y="4025410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처리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4C37B97-8923-4BB8-9D19-30AB3E838296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 bwMode="auto">
          <a:xfrm>
            <a:off x="7649476" y="4364962"/>
            <a:ext cx="1" cy="258502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AutoShape 220" descr="Untitled-2">
            <a:extLst>
              <a:ext uri="{FF2B5EF4-FFF2-40B4-BE49-F238E27FC236}">
                <a16:creationId xmlns:a16="http://schemas.microsoft.com/office/drawing/2014/main" id="{CE7DEBE1-9A56-4AEE-A6A0-323802315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202" y="3445533"/>
            <a:ext cx="1802548" cy="33955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요청 내역 조회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B022661-1C40-4898-813C-68AAF7466D3D}"/>
              </a:ext>
            </a:extLst>
          </p:cNvPr>
          <p:cNvCxnSpPr>
            <a:cxnSpLocks/>
            <a:stCxn id="49" idx="2"/>
            <a:endCxn id="47" idx="0"/>
          </p:cNvCxnSpPr>
          <p:nvPr/>
        </p:nvCxnSpPr>
        <p:spPr bwMode="auto">
          <a:xfrm>
            <a:off x="7649476" y="3785085"/>
            <a:ext cx="0" cy="240325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연결선: 꺾임 139">
            <a:extLst>
              <a:ext uri="{FF2B5EF4-FFF2-40B4-BE49-F238E27FC236}">
                <a16:creationId xmlns:a16="http://schemas.microsoft.com/office/drawing/2014/main" id="{2FA8B663-C241-4B82-8CF5-36B56813A9D7}"/>
              </a:ext>
            </a:extLst>
          </p:cNvPr>
          <p:cNvCxnSpPr>
            <a:cxnSpLocks/>
            <a:stCxn id="43" idx="2"/>
            <a:endCxn id="49" idx="0"/>
          </p:cNvCxnSpPr>
          <p:nvPr/>
        </p:nvCxnSpPr>
        <p:spPr bwMode="auto">
          <a:xfrm>
            <a:off x="7649476" y="3215750"/>
            <a:ext cx="0" cy="229783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9CCF93E-DC53-4878-9962-B00A09CD48F2}"/>
              </a:ext>
            </a:extLst>
          </p:cNvPr>
          <p:cNvSpPr/>
          <p:nvPr/>
        </p:nvSpPr>
        <p:spPr>
          <a:xfrm>
            <a:off x="7097600" y="5048456"/>
            <a:ext cx="557648" cy="339552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+mj-ea"/>
                <a:ea typeface="+mj-ea"/>
              </a:rPr>
              <a:t>승인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76F3290-5DCE-4E31-B444-23D6D3B1B562}"/>
              </a:ext>
            </a:extLst>
          </p:cNvPr>
          <p:cNvSpPr/>
          <p:nvPr/>
        </p:nvSpPr>
        <p:spPr>
          <a:xfrm>
            <a:off x="6058863" y="4518616"/>
            <a:ext cx="557648" cy="339552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>
                <a:latin typeface="+mj-ea"/>
                <a:ea typeface="+mj-ea"/>
              </a:rPr>
              <a:t>반려</a:t>
            </a:r>
          </a:p>
        </p:txBody>
      </p:sp>
      <p:sp>
        <p:nvSpPr>
          <p:cNvPr id="54" name="AutoShape 220" descr="Untitled-2">
            <a:extLst>
              <a:ext uri="{FF2B5EF4-FFF2-40B4-BE49-F238E27FC236}">
                <a16:creationId xmlns:a16="http://schemas.microsoft.com/office/drawing/2014/main" id="{7A9759EC-C226-4244-A091-6F9EB89D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883" y="2251035"/>
            <a:ext cx="1445988" cy="339552"/>
          </a:xfrm>
          <a:prstGeom prst="roundRect">
            <a:avLst>
              <a:gd name="adj" fmla="val 970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기획전 정보 수정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5" name="직선 화살표 연결선 82">
            <a:extLst>
              <a:ext uri="{FF2B5EF4-FFF2-40B4-BE49-F238E27FC236}">
                <a16:creationId xmlns:a16="http://schemas.microsoft.com/office/drawing/2014/main" id="{74A7BB64-EEFF-4215-BEB6-F37ED9F407F6}"/>
              </a:ext>
            </a:extLst>
          </p:cNvPr>
          <p:cNvCxnSpPr>
            <a:cxnSpLocks/>
            <a:stCxn id="63" idx="1"/>
            <a:endCxn id="39" idx="1"/>
          </p:cNvCxnSpPr>
          <p:nvPr/>
        </p:nvCxnSpPr>
        <p:spPr bwMode="auto">
          <a:xfrm rot="10800000">
            <a:off x="2997883" y="1778049"/>
            <a:ext cx="3696922" cy="3079303"/>
          </a:xfrm>
          <a:prstGeom prst="bentConnector3">
            <a:avLst>
              <a:gd name="adj1" fmla="val 106184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63A45D2-D132-429D-A43F-F52162A34B05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 bwMode="auto">
          <a:xfrm rot="5400000">
            <a:off x="4526758" y="476550"/>
            <a:ext cx="325841" cy="1937602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29F9C585-A7E0-40CF-B79D-BFC16B6DC882}"/>
              </a:ext>
            </a:extLst>
          </p:cNvPr>
          <p:cNvCxnSpPr>
            <a:cxnSpLocks/>
            <a:stCxn id="38" idx="2"/>
            <a:endCxn id="59" idx="0"/>
          </p:cNvCxnSpPr>
          <p:nvPr/>
        </p:nvCxnSpPr>
        <p:spPr>
          <a:xfrm rot="16200000" flipH="1">
            <a:off x="8003996" y="1593304"/>
            <a:ext cx="292153" cy="100119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B253BC3-4632-49A4-88F7-376E9F70CC35}"/>
              </a:ext>
            </a:extLst>
          </p:cNvPr>
          <p:cNvGrpSpPr/>
          <p:nvPr/>
        </p:nvGrpSpPr>
        <p:grpSpPr>
          <a:xfrm>
            <a:off x="5819165" y="2239977"/>
            <a:ext cx="3660622" cy="361669"/>
            <a:chOff x="5478938" y="2380348"/>
            <a:chExt cx="3660622" cy="361669"/>
          </a:xfrm>
        </p:grpSpPr>
        <p:sp>
          <p:nvSpPr>
            <p:cNvPr id="58" name="AutoShape 220" descr="Untitled-2">
              <a:extLst>
                <a:ext uri="{FF2B5EF4-FFF2-40B4-BE49-F238E27FC236}">
                  <a16:creationId xmlns:a16="http://schemas.microsoft.com/office/drawing/2014/main" id="{DD46E57A-EBF1-4897-9EAE-CECD66EF8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938" y="2380348"/>
              <a:ext cx="1658238" cy="361669"/>
            </a:xfrm>
            <a:prstGeom prst="roundRect">
              <a:avLst>
                <a:gd name="adj" fmla="val 9704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소제목 및 상품 등록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AutoShape 220" descr="Untitled-2">
              <a:extLst>
                <a:ext uri="{FF2B5EF4-FFF2-40B4-BE49-F238E27FC236}">
                  <a16:creationId xmlns:a16="http://schemas.microsoft.com/office/drawing/2014/main" id="{8BF6D1E4-63D8-44EA-864A-9AEF9AFEC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1322" y="2380348"/>
              <a:ext cx="1658238" cy="361669"/>
            </a:xfrm>
            <a:prstGeom prst="roundRect">
              <a:avLst>
                <a:gd name="adj" fmla="val 9704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등록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C949FFC7-A06A-463C-9D5A-DE4DEC2D8993}"/>
              </a:ext>
            </a:extLst>
          </p:cNvPr>
          <p:cNvCxnSpPr>
            <a:cxnSpLocks/>
            <a:stCxn id="38" idx="2"/>
            <a:endCxn id="58" idx="0"/>
          </p:cNvCxnSpPr>
          <p:nvPr/>
        </p:nvCxnSpPr>
        <p:spPr>
          <a:xfrm rot="5400000">
            <a:off x="7002804" y="1593304"/>
            <a:ext cx="292153" cy="100119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B51BAF00-0CE7-4756-8824-17E69C70AD49}"/>
              </a:ext>
            </a:extLst>
          </p:cNvPr>
          <p:cNvCxnSpPr>
            <a:cxnSpLocks/>
            <a:stCxn id="58" idx="2"/>
            <a:endCxn id="43" idx="0"/>
          </p:cNvCxnSpPr>
          <p:nvPr/>
        </p:nvCxnSpPr>
        <p:spPr>
          <a:xfrm rot="16200000" flipH="1">
            <a:off x="7011604" y="2238326"/>
            <a:ext cx="274552" cy="100119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6302F98B-3158-47BC-97E6-33A642547483}"/>
              </a:ext>
            </a:extLst>
          </p:cNvPr>
          <p:cNvCxnSpPr>
            <a:cxnSpLocks/>
            <a:stCxn id="59" idx="2"/>
            <a:endCxn id="43" idx="0"/>
          </p:cNvCxnSpPr>
          <p:nvPr/>
        </p:nvCxnSpPr>
        <p:spPr>
          <a:xfrm rot="5400000">
            <a:off x="8012796" y="2238326"/>
            <a:ext cx="274552" cy="100119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9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56FC7-4418-433B-976A-EDAD01CB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이벤트관리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5476FA-E388-4B79-9A81-8671185CAC4F}"/>
              </a:ext>
            </a:extLst>
          </p:cNvPr>
          <p:cNvGrpSpPr/>
          <p:nvPr/>
        </p:nvGrpSpPr>
        <p:grpSpPr>
          <a:xfrm>
            <a:off x="5191356" y="5417100"/>
            <a:ext cx="320399" cy="320401"/>
            <a:chOff x="2190524" y="2863077"/>
            <a:chExt cx="216568" cy="230157"/>
          </a:xfrm>
        </p:grpSpPr>
        <p:sp>
          <p:nvSpPr>
            <p:cNvPr id="30" name="순서도: 연결자 29">
              <a:extLst>
                <a:ext uri="{FF2B5EF4-FFF2-40B4-BE49-F238E27FC236}">
                  <a16:creationId xmlns:a16="http://schemas.microsoft.com/office/drawing/2014/main" id="{58906F4E-FEBD-4ED5-9539-46FB298BFAD8}"/>
                </a:ext>
              </a:extLst>
            </p:cNvPr>
            <p:cNvSpPr/>
            <p:nvPr/>
          </p:nvSpPr>
          <p:spPr bwMode="auto">
            <a:xfrm>
              <a:off x="2190524" y="2863077"/>
              <a:ext cx="216568" cy="230157"/>
            </a:xfrm>
            <a:prstGeom prst="flowChartConnector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" name="순서도: 연결자 30">
              <a:extLst>
                <a:ext uri="{FF2B5EF4-FFF2-40B4-BE49-F238E27FC236}">
                  <a16:creationId xmlns:a16="http://schemas.microsoft.com/office/drawing/2014/main" id="{D5F46C5A-E95F-4561-8845-A024A107A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890" y="2907040"/>
              <a:ext cx="133835" cy="142231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56C48C45-68EC-4E9F-99CE-FC3B646511EB}"/>
              </a:ext>
            </a:extLst>
          </p:cNvPr>
          <p:cNvSpPr/>
          <p:nvPr/>
        </p:nvSpPr>
        <p:spPr bwMode="auto">
          <a:xfrm>
            <a:off x="5191355" y="1810184"/>
            <a:ext cx="320401" cy="3204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" name="AutoShape 220" descr="Untitled-2">
            <a:extLst>
              <a:ext uri="{FF2B5EF4-FFF2-40B4-BE49-F238E27FC236}">
                <a16:creationId xmlns:a16="http://schemas.microsoft.com/office/drawing/2014/main" id="{3F0EDABB-1DDC-44D6-B86B-146CBD15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341" y="3336981"/>
            <a:ext cx="1526430" cy="31745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정보 등록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FBA06E1-A5DC-496C-90FB-5F4A71D8DA55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 bwMode="auto">
          <a:xfrm>
            <a:off x="5351556" y="5134483"/>
            <a:ext cx="0" cy="28261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AutoShape 220" descr="Untitled-2">
            <a:extLst>
              <a:ext uri="{FF2B5EF4-FFF2-40B4-BE49-F238E27FC236}">
                <a16:creationId xmlns:a16="http://schemas.microsoft.com/office/drawing/2014/main" id="{0CAE190B-F3E9-47E5-8A81-C13514C1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341" y="2617966"/>
            <a:ext cx="1526430" cy="33783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ts val="8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등록</a:t>
            </a:r>
            <a:endParaRPr lang="en-US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4E872DF-44A5-4A04-8825-A6151ABA7956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 bwMode="auto">
          <a:xfrm>
            <a:off x="5351556" y="2130584"/>
            <a:ext cx="0" cy="487382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1E6EE55-6E20-4137-BB8B-EE40BE8526B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 bwMode="auto">
          <a:xfrm>
            <a:off x="5351556" y="4394460"/>
            <a:ext cx="0" cy="42256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연결선: 꺾임 139">
            <a:extLst>
              <a:ext uri="{FF2B5EF4-FFF2-40B4-BE49-F238E27FC236}">
                <a16:creationId xmlns:a16="http://schemas.microsoft.com/office/drawing/2014/main" id="{67F6F15E-5596-4956-87A5-9D49E375CABC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 bwMode="auto">
          <a:xfrm>
            <a:off x="5351556" y="2955798"/>
            <a:ext cx="0" cy="381183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AutoShape 220" descr="Untitled-2">
            <a:extLst>
              <a:ext uri="{FF2B5EF4-FFF2-40B4-BE49-F238E27FC236}">
                <a16:creationId xmlns:a16="http://schemas.microsoft.com/office/drawing/2014/main" id="{DF9C495F-7368-4E6C-BDE4-1A9891866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341" y="4077004"/>
            <a:ext cx="1526430" cy="31745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저장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연결선: 꺾임 139">
            <a:extLst>
              <a:ext uri="{FF2B5EF4-FFF2-40B4-BE49-F238E27FC236}">
                <a16:creationId xmlns:a16="http://schemas.microsoft.com/office/drawing/2014/main" id="{C192FDD2-20F3-408E-8E1C-ABF22DF59993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 bwMode="auto">
          <a:xfrm>
            <a:off x="5351556" y="3654437"/>
            <a:ext cx="0" cy="422567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AutoShape 220" descr="Untitled-2">
            <a:extLst>
              <a:ext uri="{FF2B5EF4-FFF2-40B4-BE49-F238E27FC236}">
                <a16:creationId xmlns:a16="http://schemas.microsoft.com/office/drawing/2014/main" id="{88412749-7975-4558-8A39-8BE8ED6B0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8341" y="4817027"/>
            <a:ext cx="1526430" cy="317456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정보 확인</a:t>
            </a:r>
            <a:endParaRPr lang="ko-KR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AutoShape 220" descr="Untitled-2">
            <a:extLst>
              <a:ext uri="{FF2B5EF4-FFF2-40B4-BE49-F238E27FC236}">
                <a16:creationId xmlns:a16="http://schemas.microsoft.com/office/drawing/2014/main" id="{103A5EED-7957-41C0-A710-C9ECA94E3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361" y="2617816"/>
            <a:ext cx="1526430" cy="33813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 이벤트 조회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B0120A3-B424-4A80-BBC4-4C1742116442}"/>
              </a:ext>
            </a:extLst>
          </p:cNvPr>
          <p:cNvGrpSpPr/>
          <p:nvPr/>
        </p:nvGrpSpPr>
        <p:grpSpPr>
          <a:xfrm>
            <a:off x="6706916" y="3326643"/>
            <a:ext cx="3015320" cy="338132"/>
            <a:chOff x="6955505" y="2923839"/>
            <a:chExt cx="3682343" cy="393920"/>
          </a:xfrm>
        </p:grpSpPr>
        <p:sp>
          <p:nvSpPr>
            <p:cNvPr id="16" name="AutoShape 220" descr="Untitled-2">
              <a:extLst>
                <a:ext uri="{FF2B5EF4-FFF2-40B4-BE49-F238E27FC236}">
                  <a16:creationId xmlns:a16="http://schemas.microsoft.com/office/drawing/2014/main" id="{28ADB9FD-1E6E-4D41-9A55-E57BA3A12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8243" y="2923839"/>
              <a:ext cx="1479605" cy="393920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당첨자 관리</a:t>
              </a:r>
              <a:endParaRPr lang="ko-KR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AutoShape 220" descr="Untitled-2">
              <a:extLst>
                <a:ext uri="{FF2B5EF4-FFF2-40B4-BE49-F238E27FC236}">
                  <a16:creationId xmlns:a16="http://schemas.microsoft.com/office/drawing/2014/main" id="{D81DEBC2-30EB-487C-B26D-A80CF6217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5505" y="2923839"/>
              <a:ext cx="1479605" cy="393920"/>
            </a:xfrm>
            <a:prstGeom prst="roundRect">
              <a:avLst>
                <a:gd name="adj" fmla="val 970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90000" algn="ctr">
                <a:spcAft>
                  <a:spcPts val="200"/>
                </a:spcAft>
                <a:buClr>
                  <a:schemeClr val="bg1">
                    <a:lumMod val="50000"/>
                  </a:schemeClr>
                </a:buClr>
              </a:pPr>
              <a:r>
                <a:rPr lang="ko-KR" altLang="en-US" sz="120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응모정보 조회</a:t>
              </a:r>
              <a:endParaRPr lang="ko-KR" altLang="ko-KR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8" name="직선 화살표 연결선 155">
            <a:extLst>
              <a:ext uri="{FF2B5EF4-FFF2-40B4-BE49-F238E27FC236}">
                <a16:creationId xmlns:a16="http://schemas.microsoft.com/office/drawing/2014/main" id="{49AC7F51-0267-4A48-9FE4-4AE6D894B1E6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 bwMode="auto">
          <a:xfrm rot="5400000">
            <a:off x="7578296" y="2690362"/>
            <a:ext cx="370695" cy="90186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직선 화살표 연결선 156">
            <a:extLst>
              <a:ext uri="{FF2B5EF4-FFF2-40B4-BE49-F238E27FC236}">
                <a16:creationId xmlns:a16="http://schemas.microsoft.com/office/drawing/2014/main" id="{E3B999E8-756A-4A29-A8A3-B2D7C80022F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 bwMode="auto">
          <a:xfrm rot="16200000" flipH="1">
            <a:off x="8480162" y="2690362"/>
            <a:ext cx="370695" cy="90186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57">
            <a:extLst>
              <a:ext uri="{FF2B5EF4-FFF2-40B4-BE49-F238E27FC236}">
                <a16:creationId xmlns:a16="http://schemas.microsoft.com/office/drawing/2014/main" id="{70E88427-EE67-4ED4-B574-79FB3141B3C5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 bwMode="auto">
          <a:xfrm rot="5400000">
            <a:off x="8089383" y="3789968"/>
            <a:ext cx="1152252" cy="90186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AutoShape 220" descr="Untitled-2">
            <a:extLst>
              <a:ext uri="{FF2B5EF4-FFF2-40B4-BE49-F238E27FC236}">
                <a16:creationId xmlns:a16="http://schemas.microsoft.com/office/drawing/2014/main" id="{4A1FBF00-365F-4262-B1BE-082B445D6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361" y="4817027"/>
            <a:ext cx="1526430" cy="317456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ct val="1200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</a:t>
            </a:r>
            <a:r>
              <a:rPr lang="en-US" altLang="ko-KR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당첨 확인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화살표 연결선 173">
            <a:extLst>
              <a:ext uri="{FF2B5EF4-FFF2-40B4-BE49-F238E27FC236}">
                <a16:creationId xmlns:a16="http://schemas.microsoft.com/office/drawing/2014/main" id="{02F460E2-662C-48E7-AB4F-3E0AD0106D2A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 bwMode="auto">
          <a:xfrm rot="16200000" flipH="1">
            <a:off x="7187517" y="3789968"/>
            <a:ext cx="1152252" cy="90186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직선 화살표 연결선 176">
            <a:extLst>
              <a:ext uri="{FF2B5EF4-FFF2-40B4-BE49-F238E27FC236}">
                <a16:creationId xmlns:a16="http://schemas.microsoft.com/office/drawing/2014/main" id="{1DCF2B51-264F-424A-9A3D-D40B8CA2FE1A}"/>
              </a:ext>
            </a:extLst>
          </p:cNvPr>
          <p:cNvCxnSpPr>
            <a:cxnSpLocks/>
            <a:stCxn id="21" idx="2"/>
            <a:endCxn id="30" idx="6"/>
          </p:cNvCxnSpPr>
          <p:nvPr/>
        </p:nvCxnSpPr>
        <p:spPr bwMode="auto">
          <a:xfrm rot="5400000">
            <a:off x="6641757" y="4004482"/>
            <a:ext cx="442818" cy="2702821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AutoShape 220" descr="Untitled-2">
            <a:extLst>
              <a:ext uri="{FF2B5EF4-FFF2-40B4-BE49-F238E27FC236}">
                <a16:creationId xmlns:a16="http://schemas.microsoft.com/office/drawing/2014/main" id="{7007FFEB-CA75-4500-921F-C38BF4893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766" y="2617966"/>
            <a:ext cx="1526430" cy="337832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lnSpc>
                <a:spcPts val="800"/>
              </a:lnSpc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조회</a:t>
            </a:r>
            <a:endParaRPr lang="en-US" altLang="ko-KR" sz="120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220" descr="Untitled-2">
            <a:extLst>
              <a:ext uri="{FF2B5EF4-FFF2-40B4-BE49-F238E27FC236}">
                <a16:creationId xmlns:a16="http://schemas.microsoft.com/office/drawing/2014/main" id="{00D0AE97-F9C5-4654-9239-68D82058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765" y="3336981"/>
            <a:ext cx="1526430" cy="317456"/>
          </a:xfrm>
          <a:prstGeom prst="roundRect">
            <a:avLst>
              <a:gd name="adj" fmla="val 9704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90000" algn="ctr">
              <a:spcAft>
                <a:spcPts val="200"/>
              </a:spcAft>
              <a:buClr>
                <a:schemeClr val="bg1">
                  <a:lumMod val="50000"/>
                </a:schemeClr>
              </a:buClr>
            </a:pPr>
            <a:r>
              <a:rPr lang="ko-KR" altLang="en-US" sz="120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</a:rPr>
              <a:t>이벤트 정보 수정</a:t>
            </a:r>
            <a:endParaRPr lang="ko-KR" altLang="ko-KR" sz="120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화살표 연결선 154">
            <a:extLst>
              <a:ext uri="{FF2B5EF4-FFF2-40B4-BE49-F238E27FC236}">
                <a16:creationId xmlns:a16="http://schemas.microsoft.com/office/drawing/2014/main" id="{4C9054B5-AE06-46E2-A6F4-F0B07A491746}"/>
              </a:ext>
            </a:extLst>
          </p:cNvPr>
          <p:cNvCxnSpPr>
            <a:cxnSpLocks/>
            <a:stCxn id="5" idx="4"/>
            <a:endCxn id="24" idx="0"/>
          </p:cNvCxnSpPr>
          <p:nvPr/>
        </p:nvCxnSpPr>
        <p:spPr bwMode="auto">
          <a:xfrm rot="5400000">
            <a:off x="4048578" y="1314988"/>
            <a:ext cx="487382" cy="2118575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연결선: 꺾임 139">
            <a:extLst>
              <a:ext uri="{FF2B5EF4-FFF2-40B4-BE49-F238E27FC236}">
                <a16:creationId xmlns:a16="http://schemas.microsoft.com/office/drawing/2014/main" id="{4B8B1B02-3029-4933-B1B9-FE9C5E313CA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 bwMode="auto">
          <a:xfrm flipH="1">
            <a:off x="3232980" y="2955798"/>
            <a:ext cx="1" cy="381183"/>
          </a:xfrm>
          <a:prstGeom prst="straightConnector1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E29BC9B4-0D97-408F-98CF-E469407E676A}"/>
              </a:ext>
            </a:extLst>
          </p:cNvPr>
          <p:cNvCxnSpPr>
            <a:cxnSpLocks/>
            <a:stCxn id="25" idx="2"/>
            <a:endCxn id="14" idx="1"/>
          </p:cNvCxnSpPr>
          <p:nvPr/>
        </p:nvCxnSpPr>
        <p:spPr bwMode="auto">
          <a:xfrm rot="16200000" flipH="1">
            <a:off x="3250001" y="3637415"/>
            <a:ext cx="1321318" cy="1355361"/>
          </a:xfrm>
          <a:prstGeom prst="bentConnector2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154">
            <a:extLst>
              <a:ext uri="{FF2B5EF4-FFF2-40B4-BE49-F238E27FC236}">
                <a16:creationId xmlns:a16="http://schemas.microsoft.com/office/drawing/2014/main" id="{A663FEC4-5F03-4CC7-B4C6-4ACB632C7371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 bwMode="auto">
          <a:xfrm rot="16200000" flipH="1">
            <a:off x="6539450" y="942690"/>
            <a:ext cx="487232" cy="2863020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2235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321</Words>
  <Application>Microsoft Office PowerPoint</Application>
  <PresentationFormat>와이드스크린</PresentationFormat>
  <Paragraphs>123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돋움</vt:lpstr>
      <vt:lpstr>맑은 고딕</vt:lpstr>
      <vt:lpstr>Arial</vt:lpstr>
      <vt:lpstr>Office 테마</vt:lpstr>
      <vt:lpstr>카테고리 관리</vt:lpstr>
      <vt:lpstr>브랜드관리</vt:lpstr>
      <vt:lpstr>상품관리_자사</vt:lpstr>
      <vt:lpstr>상품관리_입점</vt:lpstr>
      <vt:lpstr>상품후기</vt:lpstr>
      <vt:lpstr>전시관리</vt:lpstr>
      <vt:lpstr>기획전관리_자사</vt:lpstr>
      <vt:lpstr>기획전관리_입점</vt:lpstr>
      <vt:lpstr>이벤트관리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카테고리 관리</dc:title>
  <dc:creator>박지숙</dc:creator>
  <cp:lastModifiedBy>박지숙</cp:lastModifiedBy>
  <cp:revision>6</cp:revision>
  <dcterms:created xsi:type="dcterms:W3CDTF">2019-06-18T01:05:28Z</dcterms:created>
  <dcterms:modified xsi:type="dcterms:W3CDTF">2019-06-18T01:48:27Z</dcterms:modified>
</cp:coreProperties>
</file>